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523" r:id="rId3"/>
    <p:sldId id="524" r:id="rId4"/>
    <p:sldId id="525" r:id="rId5"/>
    <p:sldId id="526" r:id="rId6"/>
    <p:sldId id="527" r:id="rId7"/>
    <p:sldId id="528" r:id="rId8"/>
    <p:sldId id="529" r:id="rId9"/>
    <p:sldId id="530" r:id="rId10"/>
    <p:sldId id="531" r:id="rId11"/>
    <p:sldId id="532" r:id="rId12"/>
    <p:sldId id="533" r:id="rId13"/>
    <p:sldId id="536" r:id="rId14"/>
    <p:sldId id="534" r:id="rId15"/>
    <p:sldId id="535" r:id="rId16"/>
    <p:sldId id="537" r:id="rId17"/>
    <p:sldId id="538" r:id="rId18"/>
    <p:sldId id="539" r:id="rId19"/>
    <p:sldId id="540" r:id="rId20"/>
    <p:sldId id="541" r:id="rId21"/>
    <p:sldId id="545" r:id="rId22"/>
    <p:sldId id="542" r:id="rId23"/>
    <p:sldId id="543" r:id="rId24"/>
    <p:sldId id="544" r:id="rId25"/>
    <p:sldId id="546" r:id="rId26"/>
    <p:sldId id="547" r:id="rId27"/>
    <p:sldId id="548" r:id="rId28"/>
    <p:sldId id="549" r:id="rId29"/>
    <p:sldId id="550" r:id="rId30"/>
    <p:sldId id="551" r:id="rId31"/>
    <p:sldId id="552" r:id="rId32"/>
    <p:sldId id="553" r:id="rId33"/>
    <p:sldId id="554" r:id="rId34"/>
    <p:sldId id="555" r:id="rId35"/>
    <p:sldId id="556" r:id="rId36"/>
    <p:sldId id="557" r:id="rId37"/>
    <p:sldId id="55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5A5A"/>
    <a:srgbClr val="05668D"/>
    <a:srgbClr val="FFA300"/>
    <a:srgbClr val="EDED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80AC83-211E-4106-9666-6BF0738CE5EC}" v="369" dt="2025-02-26T08:39:27.2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84466" autoAdjust="0"/>
  </p:normalViewPr>
  <p:slideViewPr>
    <p:cSldViewPr snapToGrid="0">
      <p:cViewPr varScale="1">
        <p:scale>
          <a:sx n="69" d="100"/>
          <a:sy n="69" d="100"/>
        </p:scale>
        <p:origin x="124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uel Mati" userId="61946645-110e-412f-9a0d-1e20afb5a06b" providerId="ADAL" clId="{40E26AAB-3CE6-4A03-A7DA-C4ABDC71F03D}"/>
    <pc:docChg chg="undo custSel modSld">
      <pc:chgData name="Samuel Mati" userId="61946645-110e-412f-9a0d-1e20afb5a06b" providerId="ADAL" clId="{40E26AAB-3CE6-4A03-A7DA-C4ABDC71F03D}" dt="2025-02-26T06:49:21.666" v="39" actId="15"/>
      <pc:docMkLst>
        <pc:docMk/>
      </pc:docMkLst>
      <pc:sldChg chg="addSp delSp modSp mod setBg">
        <pc:chgData name="Samuel Mati" userId="61946645-110e-412f-9a0d-1e20afb5a06b" providerId="ADAL" clId="{40E26AAB-3CE6-4A03-A7DA-C4ABDC71F03D}" dt="2025-02-26T06:46:40.962" v="24" actId="207"/>
        <pc:sldMkLst>
          <pc:docMk/>
          <pc:sldMk cId="3053637734" sldId="256"/>
        </pc:sldMkLst>
        <pc:spChg chg="mod">
          <ac:chgData name="Samuel Mati" userId="61946645-110e-412f-9a0d-1e20afb5a06b" providerId="ADAL" clId="{40E26AAB-3CE6-4A03-A7DA-C4ABDC71F03D}" dt="2025-02-26T06:46:40.962" v="24" actId="207"/>
          <ac:spMkLst>
            <pc:docMk/>
            <pc:sldMk cId="3053637734" sldId="256"/>
            <ac:spMk id="4" creationId="{5CE79F97-640B-ECB7-0B32-7FDC4085FFAC}"/>
          </ac:spMkLst>
        </pc:spChg>
        <pc:spChg chg="mod">
          <ac:chgData name="Samuel Mati" userId="61946645-110e-412f-9a0d-1e20afb5a06b" providerId="ADAL" clId="{40E26AAB-3CE6-4A03-A7DA-C4ABDC71F03D}" dt="2025-02-26T06:40:43.925" v="4" actId="207"/>
          <ac:spMkLst>
            <pc:docMk/>
            <pc:sldMk cId="3053637734" sldId="256"/>
            <ac:spMk id="5" creationId="{4E0BEF2F-B61F-4C06-6ADD-816F04C544F6}"/>
          </ac:spMkLst>
        </pc:spChg>
        <pc:spChg chg="mod">
          <ac:chgData name="Samuel Mati" userId="61946645-110e-412f-9a0d-1e20afb5a06b" providerId="ADAL" clId="{40E26AAB-3CE6-4A03-A7DA-C4ABDC71F03D}" dt="2025-02-26T06:40:49.569" v="5" actId="207"/>
          <ac:spMkLst>
            <pc:docMk/>
            <pc:sldMk cId="3053637734" sldId="256"/>
            <ac:spMk id="7" creationId="{349EA0A9-7731-5CF3-0FBA-64AB1D9CEDBD}"/>
          </ac:spMkLst>
        </pc:spChg>
        <pc:picChg chg="add mod modCrop">
          <ac:chgData name="Samuel Mati" userId="61946645-110e-412f-9a0d-1e20afb5a06b" providerId="ADAL" clId="{40E26AAB-3CE6-4A03-A7DA-C4ABDC71F03D}" dt="2025-02-26T06:46:26.534" v="23" actId="339"/>
          <ac:picMkLst>
            <pc:docMk/>
            <pc:sldMk cId="3053637734" sldId="256"/>
            <ac:picMk id="8" creationId="{40EAAF89-5FF5-8DDE-FC94-AC1F147311FD}"/>
          </ac:picMkLst>
        </pc:picChg>
      </pc:sldChg>
      <pc:sldChg chg="modSp mod">
        <pc:chgData name="Samuel Mati" userId="61946645-110e-412f-9a0d-1e20afb5a06b" providerId="ADAL" clId="{40E26AAB-3CE6-4A03-A7DA-C4ABDC71F03D}" dt="2025-02-26T06:49:21.666" v="39" actId="15"/>
        <pc:sldMkLst>
          <pc:docMk/>
          <pc:sldMk cId="2225374176" sldId="523"/>
        </pc:sldMkLst>
        <pc:spChg chg="mod">
          <ac:chgData name="Samuel Mati" userId="61946645-110e-412f-9a0d-1e20afb5a06b" providerId="ADAL" clId="{40E26AAB-3CE6-4A03-A7DA-C4ABDC71F03D}" dt="2025-02-26T06:49:21.666" v="39" actId="15"/>
          <ac:spMkLst>
            <pc:docMk/>
            <pc:sldMk cId="2225374176" sldId="523"/>
            <ac:spMk id="9" creationId="{00000000-0000-0000-0000-000000000000}"/>
          </ac:spMkLst>
        </pc:spChg>
      </pc:sldChg>
    </pc:docChg>
  </pc:docChgLst>
  <pc:docChgLst>
    <pc:chgData name="Samuel Mati" userId="61946645-110e-412f-9a0d-1e20afb5a06b" providerId="ADAL" clId="{E780AC83-211E-4106-9666-6BF0738CE5EC}"/>
    <pc:docChg chg="undo custSel addSld modSld">
      <pc:chgData name="Samuel Mati" userId="61946645-110e-412f-9a0d-1e20afb5a06b" providerId="ADAL" clId="{E780AC83-211E-4106-9666-6BF0738CE5EC}" dt="2025-03-17T08:22:19.694" v="642" actId="113"/>
      <pc:docMkLst>
        <pc:docMk/>
      </pc:docMkLst>
      <pc:sldChg chg="addSp delSp modSp add mod">
        <pc:chgData name="Samuel Mati" userId="61946645-110e-412f-9a0d-1e20afb5a06b" providerId="ADAL" clId="{E780AC83-211E-4106-9666-6BF0738CE5EC}" dt="2025-02-26T07:27:09.362" v="270" actId="20577"/>
        <pc:sldMkLst>
          <pc:docMk/>
          <pc:sldMk cId="1768806402" sldId="524"/>
        </pc:sldMkLst>
        <pc:spChg chg="mod">
          <ac:chgData name="Samuel Mati" userId="61946645-110e-412f-9a0d-1e20afb5a06b" providerId="ADAL" clId="{E780AC83-211E-4106-9666-6BF0738CE5EC}" dt="2025-02-26T07:27:09.362" v="270" actId="20577"/>
          <ac:spMkLst>
            <pc:docMk/>
            <pc:sldMk cId="1768806402" sldId="524"/>
            <ac:spMk id="6" creationId="{D4D8922A-576A-8375-1C46-97C4E3F08B0F}"/>
          </ac:spMkLst>
        </pc:spChg>
        <pc:spChg chg="add mod">
          <ac:chgData name="Samuel Mati" userId="61946645-110e-412f-9a0d-1e20afb5a06b" providerId="ADAL" clId="{E780AC83-211E-4106-9666-6BF0738CE5EC}" dt="2025-02-26T07:13:59.727" v="92" actId="207"/>
          <ac:spMkLst>
            <pc:docMk/>
            <pc:sldMk cId="1768806402" sldId="524"/>
            <ac:spMk id="10" creationId="{0D6EDF0E-5D08-01B4-2577-F4DE9695D4C5}"/>
          </ac:spMkLst>
        </pc:spChg>
      </pc:sldChg>
      <pc:sldChg chg="modSp add mod">
        <pc:chgData name="Samuel Mati" userId="61946645-110e-412f-9a0d-1e20afb5a06b" providerId="ADAL" clId="{E780AC83-211E-4106-9666-6BF0738CE5EC}" dt="2025-02-26T07:27:14.907" v="271"/>
        <pc:sldMkLst>
          <pc:docMk/>
          <pc:sldMk cId="3928248443" sldId="525"/>
        </pc:sldMkLst>
        <pc:spChg chg="mod">
          <ac:chgData name="Samuel Mati" userId="61946645-110e-412f-9a0d-1e20afb5a06b" providerId="ADAL" clId="{E780AC83-211E-4106-9666-6BF0738CE5EC}" dt="2025-02-26T07:27:14.907" v="271"/>
          <ac:spMkLst>
            <pc:docMk/>
            <pc:sldMk cId="3928248443" sldId="525"/>
            <ac:spMk id="6" creationId="{556478C7-8B23-EBB6-B687-7BE94CDC6A8A}"/>
          </ac:spMkLst>
        </pc:spChg>
        <pc:spChg chg="mod">
          <ac:chgData name="Samuel Mati" userId="61946645-110e-412f-9a0d-1e20afb5a06b" providerId="ADAL" clId="{E780AC83-211E-4106-9666-6BF0738CE5EC}" dt="2025-02-26T07:17:48.551" v="128" actId="113"/>
          <ac:spMkLst>
            <pc:docMk/>
            <pc:sldMk cId="3928248443" sldId="525"/>
            <ac:spMk id="10" creationId="{9136B1E4-D094-B000-B3AD-2B1031BF64B4}"/>
          </ac:spMkLst>
        </pc:spChg>
      </pc:sldChg>
      <pc:sldChg chg="modSp add mod">
        <pc:chgData name="Samuel Mati" userId="61946645-110e-412f-9a0d-1e20afb5a06b" providerId="ADAL" clId="{E780AC83-211E-4106-9666-6BF0738CE5EC}" dt="2025-02-26T07:27:18.762" v="272"/>
        <pc:sldMkLst>
          <pc:docMk/>
          <pc:sldMk cId="2057622958" sldId="526"/>
        </pc:sldMkLst>
        <pc:spChg chg="mod">
          <ac:chgData name="Samuel Mati" userId="61946645-110e-412f-9a0d-1e20afb5a06b" providerId="ADAL" clId="{E780AC83-211E-4106-9666-6BF0738CE5EC}" dt="2025-02-26T07:27:18.762" v="272"/>
          <ac:spMkLst>
            <pc:docMk/>
            <pc:sldMk cId="2057622958" sldId="526"/>
            <ac:spMk id="6" creationId="{C596765C-4009-C8D1-2C4C-EEAA7AEE2207}"/>
          </ac:spMkLst>
        </pc:spChg>
        <pc:spChg chg="mod">
          <ac:chgData name="Samuel Mati" userId="61946645-110e-412f-9a0d-1e20afb5a06b" providerId="ADAL" clId="{E780AC83-211E-4106-9666-6BF0738CE5EC}" dt="2025-02-26T07:17:36.278" v="125" actId="113"/>
          <ac:spMkLst>
            <pc:docMk/>
            <pc:sldMk cId="2057622958" sldId="526"/>
            <ac:spMk id="10" creationId="{4B6F024F-6844-BD76-BDC4-C7E92E0BBFEC}"/>
          </ac:spMkLst>
        </pc:spChg>
      </pc:sldChg>
      <pc:sldChg chg="modSp add mod">
        <pc:chgData name="Samuel Mati" userId="61946645-110e-412f-9a0d-1e20afb5a06b" providerId="ADAL" clId="{E780AC83-211E-4106-9666-6BF0738CE5EC}" dt="2025-02-26T07:27:23.208" v="273"/>
        <pc:sldMkLst>
          <pc:docMk/>
          <pc:sldMk cId="2972154521" sldId="527"/>
        </pc:sldMkLst>
        <pc:spChg chg="mod">
          <ac:chgData name="Samuel Mati" userId="61946645-110e-412f-9a0d-1e20afb5a06b" providerId="ADAL" clId="{E780AC83-211E-4106-9666-6BF0738CE5EC}" dt="2025-02-26T07:27:23.208" v="273"/>
          <ac:spMkLst>
            <pc:docMk/>
            <pc:sldMk cId="2972154521" sldId="527"/>
            <ac:spMk id="6" creationId="{217CFBCF-A7C8-E81B-B2F3-0C05E8316B87}"/>
          </ac:spMkLst>
        </pc:spChg>
        <pc:spChg chg="mod">
          <ac:chgData name="Samuel Mati" userId="61946645-110e-412f-9a0d-1e20afb5a06b" providerId="ADAL" clId="{E780AC83-211E-4106-9666-6BF0738CE5EC}" dt="2025-02-26T07:21:45.621" v="172" actId="20577"/>
          <ac:spMkLst>
            <pc:docMk/>
            <pc:sldMk cId="2972154521" sldId="527"/>
            <ac:spMk id="10" creationId="{CFC2C8DE-A66E-96C8-217A-69B45BB9C66D}"/>
          </ac:spMkLst>
        </pc:spChg>
      </pc:sldChg>
      <pc:sldChg chg="modSp add mod">
        <pc:chgData name="Samuel Mati" userId="61946645-110e-412f-9a0d-1e20afb5a06b" providerId="ADAL" clId="{E780AC83-211E-4106-9666-6BF0738CE5EC}" dt="2025-02-26T07:27:27.072" v="274"/>
        <pc:sldMkLst>
          <pc:docMk/>
          <pc:sldMk cId="471325049" sldId="528"/>
        </pc:sldMkLst>
        <pc:spChg chg="mod">
          <ac:chgData name="Samuel Mati" userId="61946645-110e-412f-9a0d-1e20afb5a06b" providerId="ADAL" clId="{E780AC83-211E-4106-9666-6BF0738CE5EC}" dt="2025-02-26T07:27:27.072" v="274"/>
          <ac:spMkLst>
            <pc:docMk/>
            <pc:sldMk cId="471325049" sldId="528"/>
            <ac:spMk id="6" creationId="{1D21DB5C-F9E8-AB6A-AC58-99B94BC37C56}"/>
          </ac:spMkLst>
        </pc:spChg>
        <pc:spChg chg="mod">
          <ac:chgData name="Samuel Mati" userId="61946645-110e-412f-9a0d-1e20afb5a06b" providerId="ADAL" clId="{E780AC83-211E-4106-9666-6BF0738CE5EC}" dt="2025-02-26T07:21:38.893" v="170" actId="20577"/>
          <ac:spMkLst>
            <pc:docMk/>
            <pc:sldMk cId="471325049" sldId="528"/>
            <ac:spMk id="10" creationId="{DE3853F7-89BE-51F3-46AD-4D02EA216AA9}"/>
          </ac:spMkLst>
        </pc:spChg>
      </pc:sldChg>
      <pc:sldChg chg="modSp add mod">
        <pc:chgData name="Samuel Mati" userId="61946645-110e-412f-9a0d-1e20afb5a06b" providerId="ADAL" clId="{E780AC83-211E-4106-9666-6BF0738CE5EC}" dt="2025-02-26T07:27:40.005" v="279"/>
        <pc:sldMkLst>
          <pc:docMk/>
          <pc:sldMk cId="1164860697" sldId="529"/>
        </pc:sldMkLst>
        <pc:spChg chg="mod">
          <ac:chgData name="Samuel Mati" userId="61946645-110e-412f-9a0d-1e20afb5a06b" providerId="ADAL" clId="{E780AC83-211E-4106-9666-6BF0738CE5EC}" dt="2025-02-26T07:27:40.005" v="279"/>
          <ac:spMkLst>
            <pc:docMk/>
            <pc:sldMk cId="1164860697" sldId="529"/>
            <ac:spMk id="6" creationId="{85D06C33-4161-64A7-8EF8-19CACC340509}"/>
          </ac:spMkLst>
        </pc:spChg>
        <pc:spChg chg="mod">
          <ac:chgData name="Samuel Mati" userId="61946645-110e-412f-9a0d-1e20afb5a06b" providerId="ADAL" clId="{E780AC83-211E-4106-9666-6BF0738CE5EC}" dt="2025-02-26T07:21:33.033" v="168" actId="403"/>
          <ac:spMkLst>
            <pc:docMk/>
            <pc:sldMk cId="1164860697" sldId="529"/>
            <ac:spMk id="10" creationId="{CAE7E33E-57CA-0DBB-6771-32FB55AD7757}"/>
          </ac:spMkLst>
        </pc:spChg>
      </pc:sldChg>
      <pc:sldChg chg="addSp delSp modSp add mod">
        <pc:chgData name="Samuel Mati" userId="61946645-110e-412f-9a0d-1e20afb5a06b" providerId="ADAL" clId="{E780AC83-211E-4106-9666-6BF0738CE5EC}" dt="2025-02-26T07:27:44.389" v="280"/>
        <pc:sldMkLst>
          <pc:docMk/>
          <pc:sldMk cId="2208484147" sldId="530"/>
        </pc:sldMkLst>
        <pc:spChg chg="mod">
          <ac:chgData name="Samuel Mati" userId="61946645-110e-412f-9a0d-1e20afb5a06b" providerId="ADAL" clId="{E780AC83-211E-4106-9666-6BF0738CE5EC}" dt="2025-02-26T07:27:44.389" v="280"/>
          <ac:spMkLst>
            <pc:docMk/>
            <pc:sldMk cId="2208484147" sldId="530"/>
            <ac:spMk id="6" creationId="{44DAA72D-3E41-D945-6F0F-70F24936C7E0}"/>
          </ac:spMkLst>
        </pc:spChg>
        <pc:spChg chg="mod">
          <ac:chgData name="Samuel Mati" userId="61946645-110e-412f-9a0d-1e20afb5a06b" providerId="ADAL" clId="{E780AC83-211E-4106-9666-6BF0738CE5EC}" dt="2025-02-26T07:23:11.182" v="191" actId="113"/>
          <ac:spMkLst>
            <pc:docMk/>
            <pc:sldMk cId="2208484147" sldId="530"/>
            <ac:spMk id="10" creationId="{F560B4DB-498C-AFE3-2AB6-047AA94590AD}"/>
          </ac:spMkLst>
        </pc:spChg>
      </pc:sldChg>
      <pc:sldChg chg="modSp add mod">
        <pc:chgData name="Samuel Mati" userId="61946645-110e-412f-9a0d-1e20afb5a06b" providerId="ADAL" clId="{E780AC83-211E-4106-9666-6BF0738CE5EC}" dt="2025-02-26T07:27:47.456" v="281"/>
        <pc:sldMkLst>
          <pc:docMk/>
          <pc:sldMk cId="4024807589" sldId="531"/>
        </pc:sldMkLst>
        <pc:spChg chg="mod">
          <ac:chgData name="Samuel Mati" userId="61946645-110e-412f-9a0d-1e20afb5a06b" providerId="ADAL" clId="{E780AC83-211E-4106-9666-6BF0738CE5EC}" dt="2025-02-26T07:27:47.456" v="281"/>
          <ac:spMkLst>
            <pc:docMk/>
            <pc:sldMk cId="4024807589" sldId="531"/>
            <ac:spMk id="6" creationId="{6894FDDE-EA97-90CA-1D29-9C37ED50E065}"/>
          </ac:spMkLst>
        </pc:spChg>
        <pc:spChg chg="mod">
          <ac:chgData name="Samuel Mati" userId="61946645-110e-412f-9a0d-1e20afb5a06b" providerId="ADAL" clId="{E780AC83-211E-4106-9666-6BF0738CE5EC}" dt="2025-02-26T07:24:08.942" v="203" actId="15"/>
          <ac:spMkLst>
            <pc:docMk/>
            <pc:sldMk cId="4024807589" sldId="531"/>
            <ac:spMk id="10" creationId="{C9D62978-AFA5-C454-5D01-084848160230}"/>
          </ac:spMkLst>
        </pc:spChg>
      </pc:sldChg>
      <pc:sldChg chg="modSp add mod">
        <pc:chgData name="Samuel Mati" userId="61946645-110e-412f-9a0d-1e20afb5a06b" providerId="ADAL" clId="{E780AC83-211E-4106-9666-6BF0738CE5EC}" dt="2025-02-26T07:27:50.826" v="282"/>
        <pc:sldMkLst>
          <pc:docMk/>
          <pc:sldMk cId="2950415054" sldId="532"/>
        </pc:sldMkLst>
        <pc:spChg chg="mod">
          <ac:chgData name="Samuel Mati" userId="61946645-110e-412f-9a0d-1e20afb5a06b" providerId="ADAL" clId="{E780AC83-211E-4106-9666-6BF0738CE5EC}" dt="2025-02-26T07:27:50.826" v="282"/>
          <ac:spMkLst>
            <pc:docMk/>
            <pc:sldMk cId="2950415054" sldId="532"/>
            <ac:spMk id="6" creationId="{A1196BF6-D3E1-00DB-6EB1-E3779A175B06}"/>
          </ac:spMkLst>
        </pc:spChg>
        <pc:spChg chg="mod">
          <ac:chgData name="Samuel Mati" userId="61946645-110e-412f-9a0d-1e20afb5a06b" providerId="ADAL" clId="{E780AC83-211E-4106-9666-6BF0738CE5EC}" dt="2025-02-26T07:25:45.457" v="227" actId="1076"/>
          <ac:spMkLst>
            <pc:docMk/>
            <pc:sldMk cId="2950415054" sldId="532"/>
            <ac:spMk id="10" creationId="{65461EDA-4A18-4481-3ECB-44B7D3923153}"/>
          </ac:spMkLst>
        </pc:spChg>
      </pc:sldChg>
      <pc:sldChg chg="addSp delSp modSp add mod">
        <pc:chgData name="Samuel Mati" userId="61946645-110e-412f-9a0d-1e20afb5a06b" providerId="ADAL" clId="{E780AC83-211E-4106-9666-6BF0738CE5EC}" dt="2025-02-26T07:32:06.058" v="321" actId="21"/>
        <pc:sldMkLst>
          <pc:docMk/>
          <pc:sldMk cId="3790222475" sldId="533"/>
        </pc:sldMkLst>
        <pc:spChg chg="mod">
          <ac:chgData name="Samuel Mati" userId="61946645-110e-412f-9a0d-1e20afb5a06b" providerId="ADAL" clId="{E780AC83-211E-4106-9666-6BF0738CE5EC}" dt="2025-02-26T07:28:15.013" v="285" actId="20577"/>
          <ac:spMkLst>
            <pc:docMk/>
            <pc:sldMk cId="3790222475" sldId="533"/>
            <ac:spMk id="6" creationId="{B0810800-B2A4-B370-7BFA-38825C6E3D92}"/>
          </ac:spMkLst>
        </pc:spChg>
        <pc:spChg chg="mod">
          <ac:chgData name="Samuel Mati" userId="61946645-110e-412f-9a0d-1e20afb5a06b" providerId="ADAL" clId="{E780AC83-211E-4106-9666-6BF0738CE5EC}" dt="2025-02-26T07:29:06.090" v="289" actId="1076"/>
          <ac:spMkLst>
            <pc:docMk/>
            <pc:sldMk cId="3790222475" sldId="533"/>
            <ac:spMk id="10" creationId="{732E18FD-E84B-866B-6CEB-D5CA38E44947}"/>
          </ac:spMkLst>
        </pc:spChg>
      </pc:sldChg>
      <pc:sldChg chg="addSp modSp add mod">
        <pc:chgData name="Samuel Mati" userId="61946645-110e-412f-9a0d-1e20afb5a06b" providerId="ADAL" clId="{E780AC83-211E-4106-9666-6BF0738CE5EC}" dt="2025-02-26T07:30:43.720" v="308" actId="403"/>
        <pc:sldMkLst>
          <pc:docMk/>
          <pc:sldMk cId="229555983" sldId="534"/>
        </pc:sldMkLst>
        <pc:spChg chg="add mod">
          <ac:chgData name="Samuel Mati" userId="61946645-110e-412f-9a0d-1e20afb5a06b" providerId="ADAL" clId="{E780AC83-211E-4106-9666-6BF0738CE5EC}" dt="2025-02-26T07:30:43.720" v="308" actId="403"/>
          <ac:spMkLst>
            <pc:docMk/>
            <pc:sldMk cId="229555983" sldId="534"/>
            <ac:spMk id="4" creationId="{BC53A4DF-FA69-0A71-DA3C-4D3CD89A7869}"/>
          </ac:spMkLst>
        </pc:spChg>
        <pc:spChg chg="mod">
          <ac:chgData name="Samuel Mati" userId="61946645-110e-412f-9a0d-1e20afb5a06b" providerId="ADAL" clId="{E780AC83-211E-4106-9666-6BF0738CE5EC}" dt="2025-02-26T07:30:31.372" v="304" actId="1076"/>
          <ac:spMkLst>
            <pc:docMk/>
            <pc:sldMk cId="229555983" sldId="534"/>
            <ac:spMk id="10" creationId="{12A723E8-19B5-0286-CE4D-9C6226E1244A}"/>
          </ac:spMkLst>
        </pc:spChg>
      </pc:sldChg>
      <pc:sldChg chg="modSp add mod">
        <pc:chgData name="Samuel Mati" userId="61946645-110e-412f-9a0d-1e20afb5a06b" providerId="ADAL" clId="{E780AC83-211E-4106-9666-6BF0738CE5EC}" dt="2025-02-26T07:31:43.171" v="318" actId="1076"/>
        <pc:sldMkLst>
          <pc:docMk/>
          <pc:sldMk cId="3498250409" sldId="535"/>
        </pc:sldMkLst>
        <pc:spChg chg="mod">
          <ac:chgData name="Samuel Mati" userId="61946645-110e-412f-9a0d-1e20afb5a06b" providerId="ADAL" clId="{E780AC83-211E-4106-9666-6BF0738CE5EC}" dt="2025-02-26T07:31:08.898" v="312" actId="20577"/>
          <ac:spMkLst>
            <pc:docMk/>
            <pc:sldMk cId="3498250409" sldId="535"/>
            <ac:spMk id="4" creationId="{50113015-5845-4BFE-B70D-C1E15A6C5927}"/>
          </ac:spMkLst>
        </pc:spChg>
        <pc:spChg chg="mod">
          <ac:chgData name="Samuel Mati" userId="61946645-110e-412f-9a0d-1e20afb5a06b" providerId="ADAL" clId="{E780AC83-211E-4106-9666-6BF0738CE5EC}" dt="2025-02-26T07:31:43.171" v="318" actId="1076"/>
          <ac:spMkLst>
            <pc:docMk/>
            <pc:sldMk cId="3498250409" sldId="535"/>
            <ac:spMk id="10" creationId="{E3A47AB7-AC1C-AA30-B010-39BFD0B1EDD6}"/>
          </ac:spMkLst>
        </pc:spChg>
      </pc:sldChg>
      <pc:sldChg chg="addSp delSp modSp add mod">
        <pc:chgData name="Samuel Mati" userId="61946645-110e-412f-9a0d-1e20afb5a06b" providerId="ADAL" clId="{E780AC83-211E-4106-9666-6BF0738CE5EC}" dt="2025-02-26T07:32:31.296" v="336" actId="1038"/>
        <pc:sldMkLst>
          <pc:docMk/>
          <pc:sldMk cId="1659453794" sldId="536"/>
        </pc:sldMkLst>
        <pc:picChg chg="add mod">
          <ac:chgData name="Samuel Mati" userId="61946645-110e-412f-9a0d-1e20afb5a06b" providerId="ADAL" clId="{E780AC83-211E-4106-9666-6BF0738CE5EC}" dt="2025-02-26T07:32:31.296" v="336" actId="1038"/>
          <ac:picMkLst>
            <pc:docMk/>
            <pc:sldMk cId="1659453794" sldId="536"/>
            <ac:picMk id="4" creationId="{723E939F-F645-65D3-B869-35D1B6885DF4}"/>
          </ac:picMkLst>
        </pc:picChg>
      </pc:sldChg>
      <pc:sldChg chg="modSp add mod">
        <pc:chgData name="Samuel Mati" userId="61946645-110e-412f-9a0d-1e20afb5a06b" providerId="ADAL" clId="{E780AC83-211E-4106-9666-6BF0738CE5EC}" dt="2025-02-26T07:33:51.820" v="345" actId="207"/>
        <pc:sldMkLst>
          <pc:docMk/>
          <pc:sldMk cId="3524577291" sldId="537"/>
        </pc:sldMkLst>
        <pc:spChg chg="mod">
          <ac:chgData name="Samuel Mati" userId="61946645-110e-412f-9a0d-1e20afb5a06b" providerId="ADAL" clId="{E780AC83-211E-4106-9666-6BF0738CE5EC}" dt="2025-02-26T07:33:51.820" v="345" actId="207"/>
          <ac:spMkLst>
            <pc:docMk/>
            <pc:sldMk cId="3524577291" sldId="537"/>
            <ac:spMk id="10" creationId="{B52B3A5B-F1CE-79CF-2DDF-5FBD79B7B9EC}"/>
          </ac:spMkLst>
        </pc:spChg>
      </pc:sldChg>
      <pc:sldChg chg="modSp add mod">
        <pc:chgData name="Samuel Mati" userId="61946645-110e-412f-9a0d-1e20afb5a06b" providerId="ADAL" clId="{E780AC83-211E-4106-9666-6BF0738CE5EC}" dt="2025-02-26T07:34:43.366" v="353" actId="20577"/>
        <pc:sldMkLst>
          <pc:docMk/>
          <pc:sldMk cId="4236178011" sldId="538"/>
        </pc:sldMkLst>
        <pc:spChg chg="mod">
          <ac:chgData name="Samuel Mati" userId="61946645-110e-412f-9a0d-1e20afb5a06b" providerId="ADAL" clId="{E780AC83-211E-4106-9666-6BF0738CE5EC}" dt="2025-02-26T07:34:43.366" v="353" actId="20577"/>
          <ac:spMkLst>
            <pc:docMk/>
            <pc:sldMk cId="4236178011" sldId="538"/>
            <ac:spMk id="10" creationId="{EBB959D1-3F8D-8876-446A-2F0837AEFBF6}"/>
          </ac:spMkLst>
        </pc:spChg>
      </pc:sldChg>
      <pc:sldChg chg="modSp add mod">
        <pc:chgData name="Samuel Mati" userId="61946645-110e-412f-9a0d-1e20afb5a06b" providerId="ADAL" clId="{E780AC83-211E-4106-9666-6BF0738CE5EC}" dt="2025-02-26T07:35:13.576" v="359" actId="15"/>
        <pc:sldMkLst>
          <pc:docMk/>
          <pc:sldMk cId="1767885780" sldId="539"/>
        </pc:sldMkLst>
        <pc:spChg chg="mod">
          <ac:chgData name="Samuel Mati" userId="61946645-110e-412f-9a0d-1e20afb5a06b" providerId="ADAL" clId="{E780AC83-211E-4106-9666-6BF0738CE5EC}" dt="2025-02-26T07:35:13.576" v="359" actId="15"/>
          <ac:spMkLst>
            <pc:docMk/>
            <pc:sldMk cId="1767885780" sldId="539"/>
            <ac:spMk id="10" creationId="{FDB36D40-8F50-D0EE-FD23-14196DC8BE54}"/>
          </ac:spMkLst>
        </pc:spChg>
      </pc:sldChg>
      <pc:sldChg chg="addSp delSp modSp add mod">
        <pc:chgData name="Samuel Mati" userId="61946645-110e-412f-9a0d-1e20afb5a06b" providerId="ADAL" clId="{E780AC83-211E-4106-9666-6BF0738CE5EC}" dt="2025-02-26T07:47:33.710" v="382" actId="14100"/>
        <pc:sldMkLst>
          <pc:docMk/>
          <pc:sldMk cId="2556474869" sldId="540"/>
        </pc:sldMkLst>
        <pc:graphicFrameChg chg="add mod modGraphic">
          <ac:chgData name="Samuel Mati" userId="61946645-110e-412f-9a0d-1e20afb5a06b" providerId="ADAL" clId="{E780AC83-211E-4106-9666-6BF0738CE5EC}" dt="2025-02-26T07:47:33.710" v="382" actId="14100"/>
          <ac:graphicFrameMkLst>
            <pc:docMk/>
            <pc:sldMk cId="2556474869" sldId="540"/>
            <ac:graphicFrameMk id="9" creationId="{8CFBD950-7287-885D-7EE8-B891325FC9AE}"/>
          </ac:graphicFrameMkLst>
        </pc:graphicFrameChg>
      </pc:sldChg>
      <pc:sldChg chg="delSp modSp add mod">
        <pc:chgData name="Samuel Mati" userId="61946645-110e-412f-9a0d-1e20afb5a06b" providerId="ADAL" clId="{E780AC83-211E-4106-9666-6BF0738CE5EC}" dt="2025-03-17T08:22:19.694" v="642" actId="113"/>
        <pc:sldMkLst>
          <pc:docMk/>
          <pc:sldMk cId="3052680220" sldId="541"/>
        </pc:sldMkLst>
        <pc:spChg chg="mod">
          <ac:chgData name="Samuel Mati" userId="61946645-110e-412f-9a0d-1e20afb5a06b" providerId="ADAL" clId="{E780AC83-211E-4106-9666-6BF0738CE5EC}" dt="2025-03-17T08:22:19.694" v="642" actId="113"/>
          <ac:spMkLst>
            <pc:docMk/>
            <pc:sldMk cId="3052680220" sldId="541"/>
            <ac:spMk id="4" creationId="{9CC13E2B-5295-65B6-A85E-C4F9FCCDFDC2}"/>
          </ac:spMkLst>
        </pc:spChg>
        <pc:spChg chg="mod">
          <ac:chgData name="Samuel Mati" userId="61946645-110e-412f-9a0d-1e20afb5a06b" providerId="ADAL" clId="{E780AC83-211E-4106-9666-6BF0738CE5EC}" dt="2025-02-26T07:48:49.756" v="384"/>
          <ac:spMkLst>
            <pc:docMk/>
            <pc:sldMk cId="3052680220" sldId="541"/>
            <ac:spMk id="6" creationId="{B48A5D34-C690-B4B2-10FF-AF7C90CA237B}"/>
          </ac:spMkLst>
        </pc:spChg>
      </pc:sldChg>
      <pc:sldChg chg="modSp add mod">
        <pc:chgData name="Samuel Mati" userId="61946645-110e-412f-9a0d-1e20afb5a06b" providerId="ADAL" clId="{E780AC83-211E-4106-9666-6BF0738CE5EC}" dt="2025-02-26T07:51:20.544" v="418" actId="15"/>
        <pc:sldMkLst>
          <pc:docMk/>
          <pc:sldMk cId="2288979616" sldId="542"/>
        </pc:sldMkLst>
        <pc:spChg chg="mod">
          <ac:chgData name="Samuel Mati" userId="61946645-110e-412f-9a0d-1e20afb5a06b" providerId="ADAL" clId="{E780AC83-211E-4106-9666-6BF0738CE5EC}" dt="2025-02-26T07:51:20.544" v="418" actId="15"/>
          <ac:spMkLst>
            <pc:docMk/>
            <pc:sldMk cId="2288979616" sldId="542"/>
            <ac:spMk id="4" creationId="{48C7FA15-6F04-9E70-5F51-D77E83459322}"/>
          </ac:spMkLst>
        </pc:spChg>
      </pc:sldChg>
      <pc:sldChg chg="modSp add mod">
        <pc:chgData name="Samuel Mati" userId="61946645-110e-412f-9a0d-1e20afb5a06b" providerId="ADAL" clId="{E780AC83-211E-4106-9666-6BF0738CE5EC}" dt="2025-02-26T07:52:01.527" v="428" actId="5793"/>
        <pc:sldMkLst>
          <pc:docMk/>
          <pc:sldMk cId="3292379762" sldId="543"/>
        </pc:sldMkLst>
        <pc:spChg chg="mod">
          <ac:chgData name="Samuel Mati" userId="61946645-110e-412f-9a0d-1e20afb5a06b" providerId="ADAL" clId="{E780AC83-211E-4106-9666-6BF0738CE5EC}" dt="2025-02-26T07:52:01.527" v="428" actId="5793"/>
          <ac:spMkLst>
            <pc:docMk/>
            <pc:sldMk cId="3292379762" sldId="543"/>
            <ac:spMk id="4" creationId="{C5D13A66-1BF5-79A5-3755-7F6A215D378B}"/>
          </ac:spMkLst>
        </pc:spChg>
      </pc:sldChg>
      <pc:sldChg chg="modSp add mod">
        <pc:chgData name="Samuel Mati" userId="61946645-110e-412f-9a0d-1e20afb5a06b" providerId="ADAL" clId="{E780AC83-211E-4106-9666-6BF0738CE5EC}" dt="2025-02-26T07:52:35.682" v="435" actId="15"/>
        <pc:sldMkLst>
          <pc:docMk/>
          <pc:sldMk cId="1524024009" sldId="544"/>
        </pc:sldMkLst>
        <pc:spChg chg="mod">
          <ac:chgData name="Samuel Mati" userId="61946645-110e-412f-9a0d-1e20afb5a06b" providerId="ADAL" clId="{E780AC83-211E-4106-9666-6BF0738CE5EC}" dt="2025-02-26T07:52:35.682" v="435" actId="15"/>
          <ac:spMkLst>
            <pc:docMk/>
            <pc:sldMk cId="1524024009" sldId="544"/>
            <ac:spMk id="4" creationId="{6C7F69DE-530D-3F95-2145-0D6559141734}"/>
          </ac:spMkLst>
        </pc:spChg>
      </pc:sldChg>
      <pc:sldChg chg="addSp delSp modSp add mod">
        <pc:chgData name="Samuel Mati" userId="61946645-110e-412f-9a0d-1e20afb5a06b" providerId="ADAL" clId="{E780AC83-211E-4106-9666-6BF0738CE5EC}" dt="2025-03-14T08:07:45.594" v="641" actId="1036"/>
        <pc:sldMkLst>
          <pc:docMk/>
          <pc:sldMk cId="2527028248" sldId="545"/>
        </pc:sldMkLst>
        <pc:picChg chg="add mod">
          <ac:chgData name="Samuel Mati" userId="61946645-110e-412f-9a0d-1e20afb5a06b" providerId="ADAL" clId="{E780AC83-211E-4106-9666-6BF0738CE5EC}" dt="2025-03-14T08:07:45.594" v="641" actId="1036"/>
          <ac:picMkLst>
            <pc:docMk/>
            <pc:sldMk cId="2527028248" sldId="545"/>
            <ac:picMk id="8" creationId="{FB4D8E44-EF68-0E77-D19B-431EAB31EB9A}"/>
          </ac:picMkLst>
        </pc:picChg>
      </pc:sldChg>
      <pc:sldChg chg="modSp add mod">
        <pc:chgData name="Samuel Mati" userId="61946645-110e-412f-9a0d-1e20afb5a06b" providerId="ADAL" clId="{E780AC83-211E-4106-9666-6BF0738CE5EC}" dt="2025-02-26T07:56:26.520" v="465" actId="207"/>
        <pc:sldMkLst>
          <pc:docMk/>
          <pc:sldMk cId="3313891051" sldId="546"/>
        </pc:sldMkLst>
        <pc:spChg chg="mod">
          <ac:chgData name="Samuel Mati" userId="61946645-110e-412f-9a0d-1e20afb5a06b" providerId="ADAL" clId="{E780AC83-211E-4106-9666-6BF0738CE5EC}" dt="2025-02-26T07:56:26.520" v="465" actId="207"/>
          <ac:spMkLst>
            <pc:docMk/>
            <pc:sldMk cId="3313891051" sldId="546"/>
            <ac:spMk id="4" creationId="{2954A18E-C829-339A-BEAC-CD1C5E63621B}"/>
          </ac:spMkLst>
        </pc:spChg>
        <pc:spChg chg="mod">
          <ac:chgData name="Samuel Mati" userId="61946645-110e-412f-9a0d-1e20afb5a06b" providerId="ADAL" clId="{E780AC83-211E-4106-9666-6BF0738CE5EC}" dt="2025-02-26T07:55:06.898" v="452" actId="20577"/>
          <ac:spMkLst>
            <pc:docMk/>
            <pc:sldMk cId="3313891051" sldId="546"/>
            <ac:spMk id="6" creationId="{5DEDE645-2B11-A5A8-51D2-69803542DCC3}"/>
          </ac:spMkLst>
        </pc:spChg>
      </pc:sldChg>
      <pc:sldChg chg="modSp add mod">
        <pc:chgData name="Samuel Mati" userId="61946645-110e-412f-9a0d-1e20afb5a06b" providerId="ADAL" clId="{E780AC83-211E-4106-9666-6BF0738CE5EC}" dt="2025-02-26T07:57:13.065" v="475" actId="207"/>
        <pc:sldMkLst>
          <pc:docMk/>
          <pc:sldMk cId="2008169417" sldId="547"/>
        </pc:sldMkLst>
        <pc:spChg chg="mod">
          <ac:chgData name="Samuel Mati" userId="61946645-110e-412f-9a0d-1e20afb5a06b" providerId="ADAL" clId="{E780AC83-211E-4106-9666-6BF0738CE5EC}" dt="2025-02-26T07:57:13.065" v="475" actId="207"/>
          <ac:spMkLst>
            <pc:docMk/>
            <pc:sldMk cId="2008169417" sldId="547"/>
            <ac:spMk id="4" creationId="{D1F72BD8-4D33-74A6-D5B3-37B82CB23A00}"/>
          </ac:spMkLst>
        </pc:spChg>
      </pc:sldChg>
      <pc:sldChg chg="modSp add mod">
        <pc:chgData name="Samuel Mati" userId="61946645-110e-412f-9a0d-1e20afb5a06b" providerId="ADAL" clId="{E780AC83-211E-4106-9666-6BF0738CE5EC}" dt="2025-02-26T07:58:04.789" v="489" actId="15"/>
        <pc:sldMkLst>
          <pc:docMk/>
          <pc:sldMk cId="565732470" sldId="548"/>
        </pc:sldMkLst>
        <pc:spChg chg="mod">
          <ac:chgData name="Samuel Mati" userId="61946645-110e-412f-9a0d-1e20afb5a06b" providerId="ADAL" clId="{E780AC83-211E-4106-9666-6BF0738CE5EC}" dt="2025-02-26T07:58:04.789" v="489" actId="15"/>
          <ac:spMkLst>
            <pc:docMk/>
            <pc:sldMk cId="565732470" sldId="548"/>
            <ac:spMk id="4" creationId="{FA20FE7C-9EA1-3FBB-AA12-654913CD9AF0}"/>
          </ac:spMkLst>
        </pc:spChg>
      </pc:sldChg>
      <pc:sldChg chg="addSp modSp add mod">
        <pc:chgData name="Samuel Mati" userId="61946645-110e-412f-9a0d-1e20afb5a06b" providerId="ADAL" clId="{E780AC83-211E-4106-9666-6BF0738CE5EC}" dt="2025-02-26T08:10:23.953" v="541" actId="207"/>
        <pc:sldMkLst>
          <pc:docMk/>
          <pc:sldMk cId="37644629" sldId="549"/>
        </pc:sldMkLst>
        <pc:spChg chg="mod">
          <ac:chgData name="Samuel Mati" userId="61946645-110e-412f-9a0d-1e20afb5a06b" providerId="ADAL" clId="{E780AC83-211E-4106-9666-6BF0738CE5EC}" dt="2025-02-26T08:10:23.953" v="541" actId="207"/>
          <ac:spMkLst>
            <pc:docMk/>
            <pc:sldMk cId="37644629" sldId="549"/>
            <ac:spMk id="4" creationId="{DE426AC8-E0A9-224B-016B-FE6620DE60D6}"/>
          </ac:spMkLst>
        </pc:spChg>
        <pc:spChg chg="mod">
          <ac:chgData name="Samuel Mati" userId="61946645-110e-412f-9a0d-1e20afb5a06b" providerId="ADAL" clId="{E780AC83-211E-4106-9666-6BF0738CE5EC}" dt="2025-02-26T08:02:09.623" v="495" actId="20577"/>
          <ac:spMkLst>
            <pc:docMk/>
            <pc:sldMk cId="37644629" sldId="549"/>
            <ac:spMk id="6" creationId="{1C56106B-4514-CBD5-4C97-FEF4F3422103}"/>
          </ac:spMkLst>
        </pc:spChg>
      </pc:sldChg>
      <pc:sldChg chg="modSp add mod">
        <pc:chgData name="Samuel Mati" userId="61946645-110e-412f-9a0d-1e20afb5a06b" providerId="ADAL" clId="{E780AC83-211E-4106-9666-6BF0738CE5EC}" dt="2025-02-26T08:11:21.693" v="556" actId="20577"/>
        <pc:sldMkLst>
          <pc:docMk/>
          <pc:sldMk cId="4131210467" sldId="550"/>
        </pc:sldMkLst>
        <pc:spChg chg="mod">
          <ac:chgData name="Samuel Mati" userId="61946645-110e-412f-9a0d-1e20afb5a06b" providerId="ADAL" clId="{E780AC83-211E-4106-9666-6BF0738CE5EC}" dt="2025-02-26T08:11:21.693" v="556" actId="20577"/>
          <ac:spMkLst>
            <pc:docMk/>
            <pc:sldMk cId="4131210467" sldId="550"/>
            <ac:spMk id="4" creationId="{D832574A-731D-C030-DCBA-373E84F6DE74}"/>
          </ac:spMkLst>
        </pc:spChg>
      </pc:sldChg>
      <pc:sldChg chg="modSp add mod">
        <pc:chgData name="Samuel Mati" userId="61946645-110e-412f-9a0d-1e20afb5a06b" providerId="ADAL" clId="{E780AC83-211E-4106-9666-6BF0738CE5EC}" dt="2025-02-26T08:12:59.554" v="578" actId="113"/>
        <pc:sldMkLst>
          <pc:docMk/>
          <pc:sldMk cId="3513313633" sldId="551"/>
        </pc:sldMkLst>
        <pc:spChg chg="mod">
          <ac:chgData name="Samuel Mati" userId="61946645-110e-412f-9a0d-1e20afb5a06b" providerId="ADAL" clId="{E780AC83-211E-4106-9666-6BF0738CE5EC}" dt="2025-02-26T08:12:59.554" v="578" actId="113"/>
          <ac:spMkLst>
            <pc:docMk/>
            <pc:sldMk cId="3513313633" sldId="551"/>
            <ac:spMk id="4" creationId="{0D7DC1DC-4FDD-B3E1-8279-277425EA2E62}"/>
          </ac:spMkLst>
        </pc:spChg>
      </pc:sldChg>
      <pc:sldChg chg="modSp add mod">
        <pc:chgData name="Samuel Mati" userId="61946645-110e-412f-9a0d-1e20afb5a06b" providerId="ADAL" clId="{E780AC83-211E-4106-9666-6BF0738CE5EC}" dt="2025-02-26T08:13:50.343" v="587" actId="20577"/>
        <pc:sldMkLst>
          <pc:docMk/>
          <pc:sldMk cId="3170465933" sldId="552"/>
        </pc:sldMkLst>
        <pc:spChg chg="mod">
          <ac:chgData name="Samuel Mati" userId="61946645-110e-412f-9a0d-1e20afb5a06b" providerId="ADAL" clId="{E780AC83-211E-4106-9666-6BF0738CE5EC}" dt="2025-02-26T08:13:50.343" v="587" actId="20577"/>
          <ac:spMkLst>
            <pc:docMk/>
            <pc:sldMk cId="3170465933" sldId="552"/>
            <ac:spMk id="4" creationId="{8E9E1268-2F9F-7298-AD16-43458F59A89F}"/>
          </ac:spMkLst>
        </pc:spChg>
      </pc:sldChg>
      <pc:sldChg chg="add">
        <pc:chgData name="Samuel Mati" userId="61946645-110e-412f-9a0d-1e20afb5a06b" providerId="ADAL" clId="{E780AC83-211E-4106-9666-6BF0738CE5EC}" dt="2025-02-26T08:13:57.447" v="588" actId="2890"/>
        <pc:sldMkLst>
          <pc:docMk/>
          <pc:sldMk cId="4286959116" sldId="553"/>
        </pc:sldMkLst>
      </pc:sldChg>
      <pc:sldChg chg="modSp add mod">
        <pc:chgData name="Samuel Mati" userId="61946645-110e-412f-9a0d-1e20afb5a06b" providerId="ADAL" clId="{E780AC83-211E-4106-9666-6BF0738CE5EC}" dt="2025-02-26T08:34:10.088" v="603" actId="15"/>
        <pc:sldMkLst>
          <pc:docMk/>
          <pc:sldMk cId="1990241054" sldId="554"/>
        </pc:sldMkLst>
        <pc:spChg chg="mod">
          <ac:chgData name="Samuel Mati" userId="61946645-110e-412f-9a0d-1e20afb5a06b" providerId="ADAL" clId="{E780AC83-211E-4106-9666-6BF0738CE5EC}" dt="2025-02-26T08:34:10.088" v="603" actId="15"/>
          <ac:spMkLst>
            <pc:docMk/>
            <pc:sldMk cId="1990241054" sldId="554"/>
            <ac:spMk id="4" creationId="{38DD2D9E-9A1D-D7B9-3922-608C03491E45}"/>
          </ac:spMkLst>
        </pc:spChg>
      </pc:sldChg>
      <pc:sldChg chg="add">
        <pc:chgData name="Samuel Mati" userId="61946645-110e-412f-9a0d-1e20afb5a06b" providerId="ADAL" clId="{E780AC83-211E-4106-9666-6BF0738CE5EC}" dt="2025-02-26T08:34:12.340" v="604" actId="2890"/>
        <pc:sldMkLst>
          <pc:docMk/>
          <pc:sldMk cId="2969532786" sldId="555"/>
        </pc:sldMkLst>
      </pc:sldChg>
      <pc:sldChg chg="modSp add mod">
        <pc:chgData name="Samuel Mati" userId="61946645-110e-412f-9a0d-1e20afb5a06b" providerId="ADAL" clId="{E780AC83-211E-4106-9666-6BF0738CE5EC}" dt="2025-02-26T08:34:52.125" v="613" actId="20577"/>
        <pc:sldMkLst>
          <pc:docMk/>
          <pc:sldMk cId="2671023543" sldId="556"/>
        </pc:sldMkLst>
        <pc:spChg chg="mod">
          <ac:chgData name="Samuel Mati" userId="61946645-110e-412f-9a0d-1e20afb5a06b" providerId="ADAL" clId="{E780AC83-211E-4106-9666-6BF0738CE5EC}" dt="2025-02-26T08:34:52.125" v="613" actId="20577"/>
          <ac:spMkLst>
            <pc:docMk/>
            <pc:sldMk cId="2671023543" sldId="556"/>
            <ac:spMk id="4" creationId="{01C8C1C9-C779-66DB-09DC-418154869E22}"/>
          </ac:spMkLst>
        </pc:spChg>
      </pc:sldChg>
      <pc:sldChg chg="modSp add mod">
        <pc:chgData name="Samuel Mati" userId="61946645-110e-412f-9a0d-1e20afb5a06b" providerId="ADAL" clId="{E780AC83-211E-4106-9666-6BF0738CE5EC}" dt="2025-02-26T08:35:37.970" v="623" actId="15"/>
        <pc:sldMkLst>
          <pc:docMk/>
          <pc:sldMk cId="857326250" sldId="557"/>
        </pc:sldMkLst>
        <pc:spChg chg="mod">
          <ac:chgData name="Samuel Mati" userId="61946645-110e-412f-9a0d-1e20afb5a06b" providerId="ADAL" clId="{E780AC83-211E-4106-9666-6BF0738CE5EC}" dt="2025-02-26T08:35:37.970" v="623" actId="15"/>
          <ac:spMkLst>
            <pc:docMk/>
            <pc:sldMk cId="857326250" sldId="557"/>
            <ac:spMk id="4" creationId="{24213491-CD38-F88D-4F63-D732B0910A15}"/>
          </ac:spMkLst>
        </pc:spChg>
      </pc:sldChg>
      <pc:sldChg chg="addSp delSp modSp add mod">
        <pc:chgData name="Samuel Mati" userId="61946645-110e-412f-9a0d-1e20afb5a06b" providerId="ADAL" clId="{E780AC83-211E-4106-9666-6BF0738CE5EC}" dt="2025-02-26T08:47:57.010" v="634" actId="1076"/>
        <pc:sldMkLst>
          <pc:docMk/>
          <pc:sldMk cId="3846827739" sldId="558"/>
        </pc:sldMkLst>
        <pc:picChg chg="add mod modCrop">
          <ac:chgData name="Samuel Mati" userId="61946645-110e-412f-9a0d-1e20afb5a06b" providerId="ADAL" clId="{E780AC83-211E-4106-9666-6BF0738CE5EC}" dt="2025-02-26T08:47:57.010" v="634" actId="1076"/>
          <ac:picMkLst>
            <pc:docMk/>
            <pc:sldMk cId="3846827739" sldId="558"/>
            <ac:picMk id="8" creationId="{0DAF35F1-39C7-E695-9903-FBDB40DF46F3}"/>
          </ac:picMkLst>
        </pc:picChg>
      </pc:sldChg>
    </pc:docChg>
  </pc:docChgLst>
  <pc:docChgLst>
    <pc:chgData name="Samuel Mati" userId="61946645-110e-412f-9a0d-1e20afb5a06b" providerId="ADAL" clId="{A2A5A02C-AF2A-4FE6-B3F7-9A23C97D78E9}"/>
    <pc:docChg chg="custSel delSld modSld">
      <pc:chgData name="Samuel Mati" userId="61946645-110e-412f-9a0d-1e20afb5a06b" providerId="ADAL" clId="{A2A5A02C-AF2A-4FE6-B3F7-9A23C97D78E9}" dt="2025-02-26T06:39:09.579" v="44" actId="207"/>
      <pc:docMkLst>
        <pc:docMk/>
      </pc:docMkLst>
      <pc:sldChg chg="delSp modSp mod">
        <pc:chgData name="Samuel Mati" userId="61946645-110e-412f-9a0d-1e20afb5a06b" providerId="ADAL" clId="{A2A5A02C-AF2A-4FE6-B3F7-9A23C97D78E9}" dt="2025-02-26T06:39:09.579" v="44" actId="207"/>
        <pc:sldMkLst>
          <pc:docMk/>
          <pc:sldMk cId="3053637734" sldId="256"/>
        </pc:sldMkLst>
        <pc:spChg chg="mod">
          <ac:chgData name="Samuel Mati" userId="61946645-110e-412f-9a0d-1e20afb5a06b" providerId="ADAL" clId="{A2A5A02C-AF2A-4FE6-B3F7-9A23C97D78E9}" dt="2025-02-26T06:39:09.579" v="44" actId="207"/>
          <ac:spMkLst>
            <pc:docMk/>
            <pc:sldMk cId="3053637734" sldId="256"/>
            <ac:spMk id="4" creationId="{5CE79F97-640B-ECB7-0B32-7FDC4085FFAC}"/>
          </ac:spMkLst>
        </pc:spChg>
      </pc:sldChg>
      <pc:sldChg chg="del">
        <pc:chgData name="Samuel Mati" userId="61946645-110e-412f-9a0d-1e20afb5a06b" providerId="ADAL" clId="{A2A5A02C-AF2A-4FE6-B3F7-9A23C97D78E9}" dt="2025-02-26T06:38:26.682" v="4" actId="2696"/>
        <pc:sldMkLst>
          <pc:docMk/>
          <pc:sldMk cId="1033000820" sldId="524"/>
        </pc:sldMkLst>
      </pc:sldChg>
      <pc:sldChg chg="del">
        <pc:chgData name="Samuel Mati" userId="61946645-110e-412f-9a0d-1e20afb5a06b" providerId="ADAL" clId="{A2A5A02C-AF2A-4FE6-B3F7-9A23C97D78E9}" dt="2025-02-26T06:38:26.682" v="4" actId="2696"/>
        <pc:sldMkLst>
          <pc:docMk/>
          <pc:sldMk cId="2311766821" sldId="525"/>
        </pc:sldMkLst>
      </pc:sldChg>
      <pc:sldChg chg="del">
        <pc:chgData name="Samuel Mati" userId="61946645-110e-412f-9a0d-1e20afb5a06b" providerId="ADAL" clId="{A2A5A02C-AF2A-4FE6-B3F7-9A23C97D78E9}" dt="2025-02-26T06:38:26.682" v="4" actId="2696"/>
        <pc:sldMkLst>
          <pc:docMk/>
          <pc:sldMk cId="1380287057" sldId="526"/>
        </pc:sldMkLst>
      </pc:sldChg>
      <pc:sldChg chg="del">
        <pc:chgData name="Samuel Mati" userId="61946645-110e-412f-9a0d-1e20afb5a06b" providerId="ADAL" clId="{A2A5A02C-AF2A-4FE6-B3F7-9A23C97D78E9}" dt="2025-02-26T06:38:26.682" v="4" actId="2696"/>
        <pc:sldMkLst>
          <pc:docMk/>
          <pc:sldMk cId="3365795328" sldId="528"/>
        </pc:sldMkLst>
      </pc:sldChg>
      <pc:sldChg chg="del">
        <pc:chgData name="Samuel Mati" userId="61946645-110e-412f-9a0d-1e20afb5a06b" providerId="ADAL" clId="{A2A5A02C-AF2A-4FE6-B3F7-9A23C97D78E9}" dt="2025-02-26T06:38:26.682" v="4" actId="2696"/>
        <pc:sldMkLst>
          <pc:docMk/>
          <pc:sldMk cId="1438361118" sldId="529"/>
        </pc:sldMkLst>
      </pc:sldChg>
      <pc:sldChg chg="del">
        <pc:chgData name="Samuel Mati" userId="61946645-110e-412f-9a0d-1e20afb5a06b" providerId="ADAL" clId="{A2A5A02C-AF2A-4FE6-B3F7-9A23C97D78E9}" dt="2025-02-26T06:38:26.682" v="4" actId="2696"/>
        <pc:sldMkLst>
          <pc:docMk/>
          <pc:sldMk cId="1280694981" sldId="530"/>
        </pc:sldMkLst>
      </pc:sldChg>
      <pc:sldChg chg="del">
        <pc:chgData name="Samuel Mati" userId="61946645-110e-412f-9a0d-1e20afb5a06b" providerId="ADAL" clId="{A2A5A02C-AF2A-4FE6-B3F7-9A23C97D78E9}" dt="2025-02-26T06:38:26.682" v="4" actId="2696"/>
        <pc:sldMkLst>
          <pc:docMk/>
          <pc:sldMk cId="485303868" sldId="531"/>
        </pc:sldMkLst>
      </pc:sldChg>
      <pc:sldChg chg="del">
        <pc:chgData name="Samuel Mati" userId="61946645-110e-412f-9a0d-1e20afb5a06b" providerId="ADAL" clId="{A2A5A02C-AF2A-4FE6-B3F7-9A23C97D78E9}" dt="2025-02-26T06:38:26.682" v="4" actId="2696"/>
        <pc:sldMkLst>
          <pc:docMk/>
          <pc:sldMk cId="2511290720" sldId="532"/>
        </pc:sldMkLst>
      </pc:sldChg>
      <pc:sldChg chg="del">
        <pc:chgData name="Samuel Mati" userId="61946645-110e-412f-9a0d-1e20afb5a06b" providerId="ADAL" clId="{A2A5A02C-AF2A-4FE6-B3F7-9A23C97D78E9}" dt="2025-02-26T06:38:14.895" v="3" actId="2696"/>
        <pc:sldMkLst>
          <pc:docMk/>
          <pc:sldMk cId="3823660960" sldId="533"/>
        </pc:sldMkLst>
      </pc:sldChg>
      <pc:sldChg chg="del">
        <pc:chgData name="Samuel Mati" userId="61946645-110e-412f-9a0d-1e20afb5a06b" providerId="ADAL" clId="{A2A5A02C-AF2A-4FE6-B3F7-9A23C97D78E9}" dt="2025-02-26T06:38:14.895" v="3" actId="2696"/>
        <pc:sldMkLst>
          <pc:docMk/>
          <pc:sldMk cId="4244318974" sldId="535"/>
        </pc:sldMkLst>
      </pc:sldChg>
      <pc:sldChg chg="del">
        <pc:chgData name="Samuel Mati" userId="61946645-110e-412f-9a0d-1e20afb5a06b" providerId="ADAL" clId="{A2A5A02C-AF2A-4FE6-B3F7-9A23C97D78E9}" dt="2025-02-26T06:38:14.895" v="3" actId="2696"/>
        <pc:sldMkLst>
          <pc:docMk/>
          <pc:sldMk cId="3557205206" sldId="536"/>
        </pc:sldMkLst>
      </pc:sldChg>
      <pc:sldChg chg="del">
        <pc:chgData name="Samuel Mati" userId="61946645-110e-412f-9a0d-1e20afb5a06b" providerId="ADAL" clId="{A2A5A02C-AF2A-4FE6-B3F7-9A23C97D78E9}" dt="2025-02-26T06:38:14.895" v="3" actId="2696"/>
        <pc:sldMkLst>
          <pc:docMk/>
          <pc:sldMk cId="4146155282" sldId="537"/>
        </pc:sldMkLst>
      </pc:sldChg>
      <pc:sldChg chg="del">
        <pc:chgData name="Samuel Mati" userId="61946645-110e-412f-9a0d-1e20afb5a06b" providerId="ADAL" clId="{A2A5A02C-AF2A-4FE6-B3F7-9A23C97D78E9}" dt="2025-02-26T06:38:14.895" v="3" actId="2696"/>
        <pc:sldMkLst>
          <pc:docMk/>
          <pc:sldMk cId="182000509" sldId="538"/>
        </pc:sldMkLst>
      </pc:sldChg>
      <pc:sldChg chg="del">
        <pc:chgData name="Samuel Mati" userId="61946645-110e-412f-9a0d-1e20afb5a06b" providerId="ADAL" clId="{A2A5A02C-AF2A-4FE6-B3F7-9A23C97D78E9}" dt="2025-02-26T06:38:14.895" v="3" actId="2696"/>
        <pc:sldMkLst>
          <pc:docMk/>
          <pc:sldMk cId="2564901914" sldId="539"/>
        </pc:sldMkLst>
      </pc:sldChg>
      <pc:sldChg chg="del">
        <pc:chgData name="Samuel Mati" userId="61946645-110e-412f-9a0d-1e20afb5a06b" providerId="ADAL" clId="{A2A5A02C-AF2A-4FE6-B3F7-9A23C97D78E9}" dt="2025-02-26T06:37:56.007" v="2" actId="2696"/>
        <pc:sldMkLst>
          <pc:docMk/>
          <pc:sldMk cId="207449523" sldId="540"/>
        </pc:sldMkLst>
      </pc:sldChg>
      <pc:sldChg chg="del">
        <pc:chgData name="Samuel Mati" userId="61946645-110e-412f-9a0d-1e20afb5a06b" providerId="ADAL" clId="{A2A5A02C-AF2A-4FE6-B3F7-9A23C97D78E9}" dt="2025-02-26T06:37:33.566" v="0" actId="2696"/>
        <pc:sldMkLst>
          <pc:docMk/>
          <pc:sldMk cId="1723183476" sldId="541"/>
        </pc:sldMkLst>
      </pc:sldChg>
      <pc:sldChg chg="del">
        <pc:chgData name="Samuel Mati" userId="61946645-110e-412f-9a0d-1e20afb5a06b" providerId="ADAL" clId="{A2A5A02C-AF2A-4FE6-B3F7-9A23C97D78E9}" dt="2025-02-26T06:37:33.566" v="0" actId="2696"/>
        <pc:sldMkLst>
          <pc:docMk/>
          <pc:sldMk cId="2403828229" sldId="542"/>
        </pc:sldMkLst>
      </pc:sldChg>
      <pc:sldChg chg="del">
        <pc:chgData name="Samuel Mati" userId="61946645-110e-412f-9a0d-1e20afb5a06b" providerId="ADAL" clId="{A2A5A02C-AF2A-4FE6-B3F7-9A23C97D78E9}" dt="2025-02-26T06:37:33.566" v="0" actId="2696"/>
        <pc:sldMkLst>
          <pc:docMk/>
          <pc:sldMk cId="3820503500" sldId="543"/>
        </pc:sldMkLst>
      </pc:sldChg>
      <pc:sldChg chg="del">
        <pc:chgData name="Samuel Mati" userId="61946645-110e-412f-9a0d-1e20afb5a06b" providerId="ADAL" clId="{A2A5A02C-AF2A-4FE6-B3F7-9A23C97D78E9}" dt="2025-02-26T06:37:33.566" v="0" actId="2696"/>
        <pc:sldMkLst>
          <pc:docMk/>
          <pc:sldMk cId="165976779" sldId="544"/>
        </pc:sldMkLst>
      </pc:sldChg>
      <pc:sldChg chg="del">
        <pc:chgData name="Samuel Mati" userId="61946645-110e-412f-9a0d-1e20afb5a06b" providerId="ADAL" clId="{A2A5A02C-AF2A-4FE6-B3F7-9A23C97D78E9}" dt="2025-02-26T06:37:33.566" v="0" actId="2696"/>
        <pc:sldMkLst>
          <pc:docMk/>
          <pc:sldMk cId="2875880831" sldId="545"/>
        </pc:sldMkLst>
      </pc:sldChg>
      <pc:sldChg chg="del">
        <pc:chgData name="Samuel Mati" userId="61946645-110e-412f-9a0d-1e20afb5a06b" providerId="ADAL" clId="{A2A5A02C-AF2A-4FE6-B3F7-9A23C97D78E9}" dt="2025-02-26T06:37:56.007" v="2" actId="2696"/>
        <pc:sldMkLst>
          <pc:docMk/>
          <pc:sldMk cId="347932121" sldId="546"/>
        </pc:sldMkLst>
      </pc:sldChg>
      <pc:sldChg chg="del">
        <pc:chgData name="Samuel Mati" userId="61946645-110e-412f-9a0d-1e20afb5a06b" providerId="ADAL" clId="{A2A5A02C-AF2A-4FE6-B3F7-9A23C97D78E9}" dt="2025-02-26T06:37:47.798" v="1" actId="2696"/>
        <pc:sldMkLst>
          <pc:docMk/>
          <pc:sldMk cId="1717946130" sldId="547"/>
        </pc:sldMkLst>
      </pc:sldChg>
      <pc:sldChg chg="del">
        <pc:chgData name="Samuel Mati" userId="61946645-110e-412f-9a0d-1e20afb5a06b" providerId="ADAL" clId="{A2A5A02C-AF2A-4FE6-B3F7-9A23C97D78E9}" dt="2025-02-26T06:37:47.798" v="1" actId="2696"/>
        <pc:sldMkLst>
          <pc:docMk/>
          <pc:sldMk cId="1880791829" sldId="548"/>
        </pc:sldMkLst>
      </pc:sldChg>
      <pc:sldChg chg="del">
        <pc:chgData name="Samuel Mati" userId="61946645-110e-412f-9a0d-1e20afb5a06b" providerId="ADAL" clId="{A2A5A02C-AF2A-4FE6-B3F7-9A23C97D78E9}" dt="2025-02-26T06:37:47.798" v="1" actId="2696"/>
        <pc:sldMkLst>
          <pc:docMk/>
          <pc:sldMk cId="2925872613" sldId="549"/>
        </pc:sldMkLst>
      </pc:sldChg>
      <pc:sldChg chg="del">
        <pc:chgData name="Samuel Mati" userId="61946645-110e-412f-9a0d-1e20afb5a06b" providerId="ADAL" clId="{A2A5A02C-AF2A-4FE6-B3F7-9A23C97D78E9}" dt="2025-02-26T06:38:14.895" v="3" actId="2696"/>
        <pc:sldMkLst>
          <pc:docMk/>
          <pc:sldMk cId="853344720" sldId="551"/>
        </pc:sldMkLst>
      </pc:sldChg>
      <pc:sldChg chg="del">
        <pc:chgData name="Samuel Mati" userId="61946645-110e-412f-9a0d-1e20afb5a06b" providerId="ADAL" clId="{A2A5A02C-AF2A-4FE6-B3F7-9A23C97D78E9}" dt="2025-02-26T06:38:14.895" v="3" actId="2696"/>
        <pc:sldMkLst>
          <pc:docMk/>
          <pc:sldMk cId="2131039504" sldId="552"/>
        </pc:sldMkLst>
      </pc:sldChg>
      <pc:sldChg chg="del">
        <pc:chgData name="Samuel Mati" userId="61946645-110e-412f-9a0d-1e20afb5a06b" providerId="ADAL" clId="{A2A5A02C-AF2A-4FE6-B3F7-9A23C97D78E9}" dt="2025-02-26T06:38:14.895" v="3" actId="2696"/>
        <pc:sldMkLst>
          <pc:docMk/>
          <pc:sldMk cId="868376319" sldId="553"/>
        </pc:sldMkLst>
      </pc:sldChg>
      <pc:sldChg chg="del">
        <pc:chgData name="Samuel Mati" userId="61946645-110e-412f-9a0d-1e20afb5a06b" providerId="ADAL" clId="{A2A5A02C-AF2A-4FE6-B3F7-9A23C97D78E9}" dt="2025-02-26T06:38:14.895" v="3" actId="2696"/>
        <pc:sldMkLst>
          <pc:docMk/>
          <pc:sldMk cId="238208252" sldId="554"/>
        </pc:sldMkLst>
      </pc:sldChg>
      <pc:sldChg chg="del">
        <pc:chgData name="Samuel Mati" userId="61946645-110e-412f-9a0d-1e20afb5a06b" providerId="ADAL" clId="{A2A5A02C-AF2A-4FE6-B3F7-9A23C97D78E9}" dt="2025-02-26T06:38:14.895" v="3" actId="2696"/>
        <pc:sldMkLst>
          <pc:docMk/>
          <pc:sldMk cId="4031695619" sldId="555"/>
        </pc:sldMkLst>
      </pc:sldChg>
      <pc:sldChg chg="del">
        <pc:chgData name="Samuel Mati" userId="61946645-110e-412f-9a0d-1e20afb5a06b" providerId="ADAL" clId="{A2A5A02C-AF2A-4FE6-B3F7-9A23C97D78E9}" dt="2025-02-26T06:38:14.895" v="3" actId="2696"/>
        <pc:sldMkLst>
          <pc:docMk/>
          <pc:sldMk cId="4034113825" sldId="556"/>
        </pc:sldMkLst>
      </pc:sldChg>
      <pc:sldChg chg="del">
        <pc:chgData name="Samuel Mati" userId="61946645-110e-412f-9a0d-1e20afb5a06b" providerId="ADAL" clId="{A2A5A02C-AF2A-4FE6-B3F7-9A23C97D78E9}" dt="2025-02-26T06:38:14.895" v="3" actId="2696"/>
        <pc:sldMkLst>
          <pc:docMk/>
          <pc:sldMk cId="2442124772" sldId="557"/>
        </pc:sldMkLst>
      </pc:sldChg>
      <pc:sldChg chg="del">
        <pc:chgData name="Samuel Mati" userId="61946645-110e-412f-9a0d-1e20afb5a06b" providerId="ADAL" clId="{A2A5A02C-AF2A-4FE6-B3F7-9A23C97D78E9}" dt="2025-02-26T06:38:14.895" v="3" actId="2696"/>
        <pc:sldMkLst>
          <pc:docMk/>
          <pc:sldMk cId="409698433" sldId="558"/>
        </pc:sldMkLst>
      </pc:sldChg>
      <pc:sldChg chg="del">
        <pc:chgData name="Samuel Mati" userId="61946645-110e-412f-9a0d-1e20afb5a06b" providerId="ADAL" clId="{A2A5A02C-AF2A-4FE6-B3F7-9A23C97D78E9}" dt="2025-02-26T06:38:14.895" v="3" actId="2696"/>
        <pc:sldMkLst>
          <pc:docMk/>
          <pc:sldMk cId="1636429446" sldId="559"/>
        </pc:sldMkLst>
      </pc:sldChg>
      <pc:sldChg chg="del">
        <pc:chgData name="Samuel Mati" userId="61946645-110e-412f-9a0d-1e20afb5a06b" providerId="ADAL" clId="{A2A5A02C-AF2A-4FE6-B3F7-9A23C97D78E9}" dt="2025-02-26T06:37:56.007" v="2" actId="2696"/>
        <pc:sldMkLst>
          <pc:docMk/>
          <pc:sldMk cId="204141804" sldId="560"/>
        </pc:sldMkLst>
      </pc:sldChg>
      <pc:sldChg chg="del">
        <pc:chgData name="Samuel Mati" userId="61946645-110e-412f-9a0d-1e20afb5a06b" providerId="ADAL" clId="{A2A5A02C-AF2A-4FE6-B3F7-9A23C97D78E9}" dt="2025-02-26T06:37:56.007" v="2" actId="2696"/>
        <pc:sldMkLst>
          <pc:docMk/>
          <pc:sldMk cId="2579582081" sldId="561"/>
        </pc:sldMkLst>
      </pc:sldChg>
      <pc:sldChg chg="del">
        <pc:chgData name="Samuel Mati" userId="61946645-110e-412f-9a0d-1e20afb5a06b" providerId="ADAL" clId="{A2A5A02C-AF2A-4FE6-B3F7-9A23C97D78E9}" dt="2025-02-26T06:37:56.007" v="2" actId="2696"/>
        <pc:sldMkLst>
          <pc:docMk/>
          <pc:sldMk cId="327739277" sldId="562"/>
        </pc:sldMkLst>
      </pc:sldChg>
      <pc:sldChg chg="del">
        <pc:chgData name="Samuel Mati" userId="61946645-110e-412f-9a0d-1e20afb5a06b" providerId="ADAL" clId="{A2A5A02C-AF2A-4FE6-B3F7-9A23C97D78E9}" dt="2025-02-26T06:37:56.007" v="2" actId="2696"/>
        <pc:sldMkLst>
          <pc:docMk/>
          <pc:sldMk cId="2433378377" sldId="563"/>
        </pc:sldMkLst>
      </pc:sldChg>
      <pc:sldChg chg="del">
        <pc:chgData name="Samuel Mati" userId="61946645-110e-412f-9a0d-1e20afb5a06b" providerId="ADAL" clId="{A2A5A02C-AF2A-4FE6-B3F7-9A23C97D78E9}" dt="2025-02-26T06:38:14.895" v="3" actId="2696"/>
        <pc:sldMkLst>
          <pc:docMk/>
          <pc:sldMk cId="4224679479" sldId="564"/>
        </pc:sldMkLst>
      </pc:sldChg>
      <pc:sldChg chg="del">
        <pc:chgData name="Samuel Mati" userId="61946645-110e-412f-9a0d-1e20afb5a06b" providerId="ADAL" clId="{A2A5A02C-AF2A-4FE6-B3F7-9A23C97D78E9}" dt="2025-02-26T06:38:14.895" v="3" actId="2696"/>
        <pc:sldMkLst>
          <pc:docMk/>
          <pc:sldMk cId="1852346361" sldId="565"/>
        </pc:sldMkLst>
      </pc:sldChg>
      <pc:sldChg chg="del">
        <pc:chgData name="Samuel Mati" userId="61946645-110e-412f-9a0d-1e20afb5a06b" providerId="ADAL" clId="{A2A5A02C-AF2A-4FE6-B3F7-9A23C97D78E9}" dt="2025-02-26T06:37:47.798" v="1" actId="2696"/>
        <pc:sldMkLst>
          <pc:docMk/>
          <pc:sldMk cId="2339124624" sldId="566"/>
        </pc:sldMkLst>
      </pc:sldChg>
      <pc:sldChg chg="del">
        <pc:chgData name="Samuel Mati" userId="61946645-110e-412f-9a0d-1e20afb5a06b" providerId="ADAL" clId="{A2A5A02C-AF2A-4FE6-B3F7-9A23C97D78E9}" dt="2025-02-26T06:37:47.798" v="1" actId="2696"/>
        <pc:sldMkLst>
          <pc:docMk/>
          <pc:sldMk cId="3929918270" sldId="567"/>
        </pc:sldMkLst>
      </pc:sldChg>
      <pc:sldChg chg="del">
        <pc:chgData name="Samuel Mati" userId="61946645-110e-412f-9a0d-1e20afb5a06b" providerId="ADAL" clId="{A2A5A02C-AF2A-4FE6-B3F7-9A23C97D78E9}" dt="2025-02-26T06:37:47.798" v="1" actId="2696"/>
        <pc:sldMkLst>
          <pc:docMk/>
          <pc:sldMk cId="1365466222" sldId="568"/>
        </pc:sldMkLst>
      </pc:sldChg>
      <pc:sldChg chg="del">
        <pc:chgData name="Samuel Mati" userId="61946645-110e-412f-9a0d-1e20afb5a06b" providerId="ADAL" clId="{A2A5A02C-AF2A-4FE6-B3F7-9A23C97D78E9}" dt="2025-02-26T06:37:47.798" v="1" actId="2696"/>
        <pc:sldMkLst>
          <pc:docMk/>
          <pc:sldMk cId="2249812523" sldId="569"/>
        </pc:sldMkLst>
      </pc:sldChg>
      <pc:sldChg chg="del">
        <pc:chgData name="Samuel Mati" userId="61946645-110e-412f-9a0d-1e20afb5a06b" providerId="ADAL" clId="{A2A5A02C-AF2A-4FE6-B3F7-9A23C97D78E9}" dt="2025-02-26T06:37:47.798" v="1" actId="2696"/>
        <pc:sldMkLst>
          <pc:docMk/>
          <pc:sldMk cId="1492743013" sldId="570"/>
        </pc:sldMkLst>
      </pc:sldChg>
      <pc:sldChg chg="del">
        <pc:chgData name="Samuel Mati" userId="61946645-110e-412f-9a0d-1e20afb5a06b" providerId="ADAL" clId="{A2A5A02C-AF2A-4FE6-B3F7-9A23C97D78E9}" dt="2025-02-26T06:37:47.798" v="1" actId="2696"/>
        <pc:sldMkLst>
          <pc:docMk/>
          <pc:sldMk cId="2910205657" sldId="5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2D24F8-DCBA-461A-83C6-51EA5A37F475}" type="datetimeFigureOut">
              <a:rPr lang="en-US" smtClean="0"/>
              <a:t>3/17/2025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1E6314-E0BE-4285-B972-736E34A12E27}" type="slidenum">
              <a:rPr lang="en-US" smtClean="0"/>
              <a:t>‹#›</a:t>
            </a:fld>
            <a:endParaRPr lang="en-US"/>
          </a:p>
        </p:txBody>
      </p:sp>
    </p:spTree>
    <p:extLst>
      <p:ext uri="{BB962C8B-B14F-4D97-AF65-F5344CB8AC3E}">
        <p14:creationId xmlns:p14="http://schemas.microsoft.com/office/powerpoint/2010/main" val="3625603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81E6314-E0BE-4285-B972-736E34A12E27}" type="slidenum">
              <a:rPr lang="en-US" smtClean="0"/>
              <a:t>1</a:t>
            </a:fld>
            <a:endParaRPr lang="en-US"/>
          </a:p>
        </p:txBody>
      </p:sp>
    </p:spTree>
    <p:extLst>
      <p:ext uri="{BB962C8B-B14F-4D97-AF65-F5344CB8AC3E}">
        <p14:creationId xmlns:p14="http://schemas.microsoft.com/office/powerpoint/2010/main" val="1507211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1E6314-E0BE-4285-B972-736E34A12E27}" type="slidenum">
              <a:rPr lang="en-US" smtClean="0"/>
              <a:t>28</a:t>
            </a:fld>
            <a:endParaRPr lang="en-US"/>
          </a:p>
        </p:txBody>
      </p:sp>
    </p:spTree>
    <p:extLst>
      <p:ext uri="{BB962C8B-B14F-4D97-AF65-F5344CB8AC3E}">
        <p14:creationId xmlns:p14="http://schemas.microsoft.com/office/powerpoint/2010/main" val="1737684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BAF99-9A59-543F-29AD-08B4519C220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3265DB-951A-3E96-3605-37962FE7D2EE}"/>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819F70A-3853-5F04-24E5-20234BFA2D28}"/>
              </a:ext>
            </a:extLst>
          </p:cNvPr>
          <p:cNvSpPr>
            <a:spLocks noGrp="1"/>
          </p:cNvSpPr>
          <p:nvPr>
            <p:ph type="dt" sz="half" idx="10"/>
          </p:nvPr>
        </p:nvSpPr>
        <p:spPr>
          <a:xfrm>
            <a:off x="838200" y="6356350"/>
            <a:ext cx="2743200" cy="365125"/>
          </a:xfrm>
          <a:prstGeom prst="rect">
            <a:avLst/>
          </a:prstGeom>
        </p:spPr>
        <p:txBody>
          <a:bodyPr/>
          <a:lstStyle/>
          <a:p>
            <a:fld id="{CC4E01E7-AD32-46F9-B2CE-C5444207803E}" type="datetime1">
              <a:rPr lang="en-US" smtClean="0"/>
              <a:t>3/17/2025</a:t>
            </a:fld>
            <a:endParaRPr lang="en-US"/>
          </a:p>
        </p:txBody>
      </p:sp>
      <p:sp>
        <p:nvSpPr>
          <p:cNvPr id="5" name="Footer Placeholder 4">
            <a:extLst>
              <a:ext uri="{FF2B5EF4-FFF2-40B4-BE49-F238E27FC236}">
                <a16:creationId xmlns:a16="http://schemas.microsoft.com/office/drawing/2014/main" id="{EEF43270-3524-4F1E-85E6-A6F99C7CD3F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812BAC2-AEAD-4C7C-A4D7-E74F46824B51}"/>
              </a:ext>
            </a:extLst>
          </p:cNvPr>
          <p:cNvSpPr>
            <a:spLocks noGrp="1"/>
          </p:cNvSpPr>
          <p:nvPr>
            <p:ph type="sldNum" sz="quarter" idx="12"/>
          </p:nvPr>
        </p:nvSpPr>
        <p:spPr>
          <a:xfrm>
            <a:off x="8610600" y="6356350"/>
            <a:ext cx="2743200" cy="365125"/>
          </a:xfrm>
          <a:prstGeom prst="rect">
            <a:avLst/>
          </a:prstGeom>
        </p:spPr>
        <p:txBody>
          <a:bodyPr/>
          <a:lstStyle/>
          <a:p>
            <a:fld id="{65E208CD-2C40-4697-8091-AB3A287F18B9}" type="slidenum">
              <a:rPr lang="en-US" smtClean="0"/>
              <a:t>‹#›</a:t>
            </a:fld>
            <a:endParaRPr lang="en-US"/>
          </a:p>
        </p:txBody>
      </p:sp>
    </p:spTree>
    <p:extLst>
      <p:ext uri="{BB962C8B-B14F-4D97-AF65-F5344CB8AC3E}">
        <p14:creationId xmlns:p14="http://schemas.microsoft.com/office/powerpoint/2010/main" val="46693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57241-7D52-981F-E26C-FF6A9A7235E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161595F9-5A69-7E66-E109-878E2908D935}"/>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28B075-C7D3-8111-FEA1-8E58EA4500B4}"/>
              </a:ext>
            </a:extLst>
          </p:cNvPr>
          <p:cNvSpPr>
            <a:spLocks noGrp="1"/>
          </p:cNvSpPr>
          <p:nvPr>
            <p:ph type="dt" sz="half" idx="10"/>
          </p:nvPr>
        </p:nvSpPr>
        <p:spPr>
          <a:xfrm>
            <a:off x="838200" y="6356350"/>
            <a:ext cx="2743200" cy="365125"/>
          </a:xfrm>
          <a:prstGeom prst="rect">
            <a:avLst/>
          </a:prstGeom>
        </p:spPr>
        <p:txBody>
          <a:bodyPr/>
          <a:lstStyle/>
          <a:p>
            <a:fld id="{626560B5-433A-47A6-9EB8-9604977A4921}" type="datetime1">
              <a:rPr lang="en-US" smtClean="0"/>
              <a:t>3/17/2025</a:t>
            </a:fld>
            <a:endParaRPr lang="en-US"/>
          </a:p>
        </p:txBody>
      </p:sp>
      <p:sp>
        <p:nvSpPr>
          <p:cNvPr id="5" name="Footer Placeholder 4">
            <a:extLst>
              <a:ext uri="{FF2B5EF4-FFF2-40B4-BE49-F238E27FC236}">
                <a16:creationId xmlns:a16="http://schemas.microsoft.com/office/drawing/2014/main" id="{2F800401-80D1-B1E2-3A97-D51C5239CD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403A51F-21D1-51C1-499E-1693013AC8C9}"/>
              </a:ext>
            </a:extLst>
          </p:cNvPr>
          <p:cNvSpPr>
            <a:spLocks noGrp="1"/>
          </p:cNvSpPr>
          <p:nvPr>
            <p:ph type="sldNum" sz="quarter" idx="12"/>
          </p:nvPr>
        </p:nvSpPr>
        <p:spPr>
          <a:xfrm>
            <a:off x="8610600" y="6356350"/>
            <a:ext cx="2743200" cy="365125"/>
          </a:xfrm>
          <a:prstGeom prst="rect">
            <a:avLst/>
          </a:prstGeom>
        </p:spPr>
        <p:txBody>
          <a:bodyPr/>
          <a:lstStyle/>
          <a:p>
            <a:fld id="{65E208CD-2C40-4697-8091-AB3A287F18B9}" type="slidenum">
              <a:rPr lang="en-US" smtClean="0"/>
              <a:t>‹#›</a:t>
            </a:fld>
            <a:endParaRPr lang="en-US"/>
          </a:p>
        </p:txBody>
      </p:sp>
    </p:spTree>
    <p:extLst>
      <p:ext uri="{BB962C8B-B14F-4D97-AF65-F5344CB8AC3E}">
        <p14:creationId xmlns:p14="http://schemas.microsoft.com/office/powerpoint/2010/main" val="1491976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CCB9A-F799-F6F6-3461-778422BC623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B38DEC-6CE6-BFDF-524D-49E29CAF3022}"/>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4276C3-6858-BA3A-6302-1E731FEDDCFF}"/>
              </a:ext>
            </a:extLst>
          </p:cNvPr>
          <p:cNvSpPr>
            <a:spLocks noGrp="1"/>
          </p:cNvSpPr>
          <p:nvPr>
            <p:ph type="dt" sz="half" idx="10"/>
          </p:nvPr>
        </p:nvSpPr>
        <p:spPr>
          <a:xfrm>
            <a:off x="838200" y="6356350"/>
            <a:ext cx="2743200" cy="365125"/>
          </a:xfrm>
          <a:prstGeom prst="rect">
            <a:avLst/>
          </a:prstGeom>
        </p:spPr>
        <p:txBody>
          <a:bodyPr/>
          <a:lstStyle/>
          <a:p>
            <a:fld id="{8A08C435-5061-44A0-903A-039AA9EB9A65}" type="datetime1">
              <a:rPr lang="en-US" smtClean="0"/>
              <a:t>3/17/2025</a:t>
            </a:fld>
            <a:endParaRPr lang="en-US"/>
          </a:p>
        </p:txBody>
      </p:sp>
      <p:sp>
        <p:nvSpPr>
          <p:cNvPr id="5" name="Footer Placeholder 4">
            <a:extLst>
              <a:ext uri="{FF2B5EF4-FFF2-40B4-BE49-F238E27FC236}">
                <a16:creationId xmlns:a16="http://schemas.microsoft.com/office/drawing/2014/main" id="{9D7FC8B9-8C15-9967-F84D-6AD4C502137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396BF56-E8E3-1D51-276B-F18DDB36BC77}"/>
              </a:ext>
            </a:extLst>
          </p:cNvPr>
          <p:cNvSpPr>
            <a:spLocks noGrp="1"/>
          </p:cNvSpPr>
          <p:nvPr>
            <p:ph type="sldNum" sz="quarter" idx="12"/>
          </p:nvPr>
        </p:nvSpPr>
        <p:spPr>
          <a:xfrm>
            <a:off x="8610600" y="6356350"/>
            <a:ext cx="2743200" cy="365125"/>
          </a:xfrm>
          <a:prstGeom prst="rect">
            <a:avLst/>
          </a:prstGeom>
        </p:spPr>
        <p:txBody>
          <a:bodyPr/>
          <a:lstStyle/>
          <a:p>
            <a:fld id="{65E208CD-2C40-4697-8091-AB3A287F18B9}" type="slidenum">
              <a:rPr lang="en-US" smtClean="0"/>
              <a:t>‹#›</a:t>
            </a:fld>
            <a:endParaRPr lang="en-US"/>
          </a:p>
        </p:txBody>
      </p:sp>
    </p:spTree>
    <p:extLst>
      <p:ext uri="{BB962C8B-B14F-4D97-AF65-F5344CB8AC3E}">
        <p14:creationId xmlns:p14="http://schemas.microsoft.com/office/powerpoint/2010/main" val="2207132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F2F9A-FDDD-0C8F-40EB-2D755A4253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5A7E0751-38ED-9A0D-36EC-D0CAFB2461C4}"/>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8F4145-200F-71E3-F6DA-EDEE35F51E36}"/>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683D47-3274-0E6E-456F-143202C268F3}"/>
              </a:ext>
            </a:extLst>
          </p:cNvPr>
          <p:cNvSpPr>
            <a:spLocks noGrp="1"/>
          </p:cNvSpPr>
          <p:nvPr>
            <p:ph type="dt" sz="half" idx="10"/>
          </p:nvPr>
        </p:nvSpPr>
        <p:spPr>
          <a:xfrm>
            <a:off x="838200" y="6356350"/>
            <a:ext cx="2743200" cy="365125"/>
          </a:xfrm>
          <a:prstGeom prst="rect">
            <a:avLst/>
          </a:prstGeom>
        </p:spPr>
        <p:txBody>
          <a:bodyPr/>
          <a:lstStyle/>
          <a:p>
            <a:fld id="{2C8F7440-D193-4BB6-992E-6C1F2E118AAB}" type="datetime1">
              <a:rPr lang="en-US" smtClean="0"/>
              <a:t>3/17/2025</a:t>
            </a:fld>
            <a:endParaRPr lang="en-US"/>
          </a:p>
        </p:txBody>
      </p:sp>
      <p:sp>
        <p:nvSpPr>
          <p:cNvPr id="6" name="Footer Placeholder 5">
            <a:extLst>
              <a:ext uri="{FF2B5EF4-FFF2-40B4-BE49-F238E27FC236}">
                <a16:creationId xmlns:a16="http://schemas.microsoft.com/office/drawing/2014/main" id="{11FD2CDE-0388-4F50-1FF3-37A22970C60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CA4328F-000A-C748-3715-B9604B2D57A3}"/>
              </a:ext>
            </a:extLst>
          </p:cNvPr>
          <p:cNvSpPr>
            <a:spLocks noGrp="1"/>
          </p:cNvSpPr>
          <p:nvPr>
            <p:ph type="sldNum" sz="quarter" idx="12"/>
          </p:nvPr>
        </p:nvSpPr>
        <p:spPr>
          <a:xfrm>
            <a:off x="8610600" y="6356350"/>
            <a:ext cx="2743200" cy="365125"/>
          </a:xfrm>
          <a:prstGeom prst="rect">
            <a:avLst/>
          </a:prstGeom>
        </p:spPr>
        <p:txBody>
          <a:bodyPr/>
          <a:lstStyle/>
          <a:p>
            <a:fld id="{65E208CD-2C40-4697-8091-AB3A287F18B9}" type="slidenum">
              <a:rPr lang="en-US" smtClean="0"/>
              <a:t>‹#›</a:t>
            </a:fld>
            <a:endParaRPr lang="en-US"/>
          </a:p>
        </p:txBody>
      </p:sp>
    </p:spTree>
    <p:extLst>
      <p:ext uri="{BB962C8B-B14F-4D97-AF65-F5344CB8AC3E}">
        <p14:creationId xmlns:p14="http://schemas.microsoft.com/office/powerpoint/2010/main" val="2035058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1766E-12A9-1253-9F41-883335BF5FC5}"/>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B19B97D-E18C-7BDD-3F44-DF82C61B3F73}"/>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EBFD5A-1689-AE81-E240-FA4D78B94F63}"/>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7DF6A6-A761-BB7C-2F70-4F6960991D0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CF808B-03E9-5162-AB2F-CC827380E9F2}"/>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DBCC53-4AD8-F2AA-0B06-850512385FC4}"/>
              </a:ext>
            </a:extLst>
          </p:cNvPr>
          <p:cNvSpPr>
            <a:spLocks noGrp="1"/>
          </p:cNvSpPr>
          <p:nvPr>
            <p:ph type="dt" sz="half" idx="10"/>
          </p:nvPr>
        </p:nvSpPr>
        <p:spPr>
          <a:xfrm>
            <a:off x="838200" y="6356350"/>
            <a:ext cx="2743200" cy="365125"/>
          </a:xfrm>
          <a:prstGeom prst="rect">
            <a:avLst/>
          </a:prstGeom>
        </p:spPr>
        <p:txBody>
          <a:bodyPr/>
          <a:lstStyle/>
          <a:p>
            <a:fld id="{49F7B9A1-1B5F-408B-9311-32CF56251E12}" type="datetime1">
              <a:rPr lang="en-US" smtClean="0"/>
              <a:t>3/17/2025</a:t>
            </a:fld>
            <a:endParaRPr lang="en-US"/>
          </a:p>
        </p:txBody>
      </p:sp>
      <p:sp>
        <p:nvSpPr>
          <p:cNvPr id="8" name="Footer Placeholder 7">
            <a:extLst>
              <a:ext uri="{FF2B5EF4-FFF2-40B4-BE49-F238E27FC236}">
                <a16:creationId xmlns:a16="http://schemas.microsoft.com/office/drawing/2014/main" id="{8D77802F-EFEB-3368-D66A-133D91E2F5C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FF3DB5F-6DEC-48D8-4F64-36481F995559}"/>
              </a:ext>
            </a:extLst>
          </p:cNvPr>
          <p:cNvSpPr>
            <a:spLocks noGrp="1"/>
          </p:cNvSpPr>
          <p:nvPr>
            <p:ph type="sldNum" sz="quarter" idx="12"/>
          </p:nvPr>
        </p:nvSpPr>
        <p:spPr>
          <a:xfrm>
            <a:off x="8610600" y="6356350"/>
            <a:ext cx="2743200" cy="365125"/>
          </a:xfrm>
          <a:prstGeom prst="rect">
            <a:avLst/>
          </a:prstGeom>
        </p:spPr>
        <p:txBody>
          <a:bodyPr/>
          <a:lstStyle/>
          <a:p>
            <a:fld id="{65E208CD-2C40-4697-8091-AB3A287F18B9}" type="slidenum">
              <a:rPr lang="en-US" smtClean="0"/>
              <a:t>‹#›</a:t>
            </a:fld>
            <a:endParaRPr lang="en-US"/>
          </a:p>
        </p:txBody>
      </p:sp>
    </p:spTree>
    <p:extLst>
      <p:ext uri="{BB962C8B-B14F-4D97-AF65-F5344CB8AC3E}">
        <p14:creationId xmlns:p14="http://schemas.microsoft.com/office/powerpoint/2010/main" val="2649425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A9B86-9A66-99D8-1AC2-7168B619708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E119D606-F790-AF24-7B31-E5F3132FCBCA}"/>
              </a:ext>
            </a:extLst>
          </p:cNvPr>
          <p:cNvSpPr>
            <a:spLocks noGrp="1"/>
          </p:cNvSpPr>
          <p:nvPr>
            <p:ph type="dt" sz="half" idx="10"/>
          </p:nvPr>
        </p:nvSpPr>
        <p:spPr>
          <a:xfrm>
            <a:off x="838200" y="6356350"/>
            <a:ext cx="2743200" cy="365125"/>
          </a:xfrm>
          <a:prstGeom prst="rect">
            <a:avLst/>
          </a:prstGeom>
        </p:spPr>
        <p:txBody>
          <a:bodyPr/>
          <a:lstStyle/>
          <a:p>
            <a:fld id="{AAD5EC29-248C-4D7A-BC26-911FB6807A21}" type="datetime1">
              <a:rPr lang="en-US" smtClean="0"/>
              <a:t>3/17/2025</a:t>
            </a:fld>
            <a:endParaRPr lang="en-US"/>
          </a:p>
        </p:txBody>
      </p:sp>
      <p:sp>
        <p:nvSpPr>
          <p:cNvPr id="4" name="Footer Placeholder 3">
            <a:extLst>
              <a:ext uri="{FF2B5EF4-FFF2-40B4-BE49-F238E27FC236}">
                <a16:creationId xmlns:a16="http://schemas.microsoft.com/office/drawing/2014/main" id="{AED3F947-D9DA-A236-B8BC-DF37324358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C0A3262D-71AB-6D6B-8C5B-29ECA65D0AD5}"/>
              </a:ext>
            </a:extLst>
          </p:cNvPr>
          <p:cNvSpPr>
            <a:spLocks noGrp="1"/>
          </p:cNvSpPr>
          <p:nvPr>
            <p:ph type="sldNum" sz="quarter" idx="12"/>
          </p:nvPr>
        </p:nvSpPr>
        <p:spPr>
          <a:xfrm>
            <a:off x="8610600" y="6356350"/>
            <a:ext cx="2743200" cy="365125"/>
          </a:xfrm>
          <a:prstGeom prst="rect">
            <a:avLst/>
          </a:prstGeom>
        </p:spPr>
        <p:txBody>
          <a:bodyPr/>
          <a:lstStyle/>
          <a:p>
            <a:fld id="{65E208CD-2C40-4697-8091-AB3A287F18B9}" type="slidenum">
              <a:rPr lang="en-US" smtClean="0"/>
              <a:t>‹#›</a:t>
            </a:fld>
            <a:endParaRPr lang="en-US"/>
          </a:p>
        </p:txBody>
      </p:sp>
    </p:spTree>
    <p:extLst>
      <p:ext uri="{BB962C8B-B14F-4D97-AF65-F5344CB8AC3E}">
        <p14:creationId xmlns:p14="http://schemas.microsoft.com/office/powerpoint/2010/main" val="3860832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99326C-B4FE-1371-9C65-5B6B0A7B3038}"/>
              </a:ext>
            </a:extLst>
          </p:cNvPr>
          <p:cNvSpPr>
            <a:spLocks noGrp="1"/>
          </p:cNvSpPr>
          <p:nvPr>
            <p:ph type="dt" sz="half" idx="10"/>
          </p:nvPr>
        </p:nvSpPr>
        <p:spPr>
          <a:xfrm>
            <a:off x="838200" y="6356350"/>
            <a:ext cx="2743200" cy="365125"/>
          </a:xfrm>
          <a:prstGeom prst="rect">
            <a:avLst/>
          </a:prstGeom>
        </p:spPr>
        <p:txBody>
          <a:bodyPr/>
          <a:lstStyle/>
          <a:p>
            <a:fld id="{27A64F66-F1C7-4281-9440-DB5416D7A616}" type="datetime1">
              <a:rPr lang="en-US" smtClean="0"/>
              <a:t>3/17/2025</a:t>
            </a:fld>
            <a:endParaRPr lang="en-US"/>
          </a:p>
        </p:txBody>
      </p:sp>
      <p:sp>
        <p:nvSpPr>
          <p:cNvPr id="3" name="Footer Placeholder 2">
            <a:extLst>
              <a:ext uri="{FF2B5EF4-FFF2-40B4-BE49-F238E27FC236}">
                <a16:creationId xmlns:a16="http://schemas.microsoft.com/office/drawing/2014/main" id="{489AD9C2-9594-C02B-2CC1-31E28711253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DC48B972-2913-0CBF-2720-33E0BD2A3521}"/>
              </a:ext>
            </a:extLst>
          </p:cNvPr>
          <p:cNvSpPr>
            <a:spLocks noGrp="1"/>
          </p:cNvSpPr>
          <p:nvPr>
            <p:ph type="sldNum" sz="quarter" idx="12"/>
          </p:nvPr>
        </p:nvSpPr>
        <p:spPr>
          <a:xfrm>
            <a:off x="8610600" y="6356350"/>
            <a:ext cx="2743200" cy="365125"/>
          </a:xfrm>
          <a:prstGeom prst="rect">
            <a:avLst/>
          </a:prstGeom>
        </p:spPr>
        <p:txBody>
          <a:bodyPr/>
          <a:lstStyle/>
          <a:p>
            <a:fld id="{65E208CD-2C40-4697-8091-AB3A287F18B9}" type="slidenum">
              <a:rPr lang="en-US" smtClean="0"/>
              <a:t>‹#›</a:t>
            </a:fld>
            <a:endParaRPr lang="en-US"/>
          </a:p>
        </p:txBody>
      </p:sp>
    </p:spTree>
    <p:extLst>
      <p:ext uri="{BB962C8B-B14F-4D97-AF65-F5344CB8AC3E}">
        <p14:creationId xmlns:p14="http://schemas.microsoft.com/office/powerpoint/2010/main" val="345366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A4CC1-3A84-6642-43C6-BCBD548DFF5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CB297D-2176-44A7-71A8-128162CE2C0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C8A84B-4205-F477-FF74-93A2616A9804}"/>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11F823-2F65-4BE8-2CD3-20EEDB4582F6}"/>
              </a:ext>
            </a:extLst>
          </p:cNvPr>
          <p:cNvSpPr>
            <a:spLocks noGrp="1"/>
          </p:cNvSpPr>
          <p:nvPr>
            <p:ph type="dt" sz="half" idx="10"/>
          </p:nvPr>
        </p:nvSpPr>
        <p:spPr>
          <a:xfrm>
            <a:off x="838200" y="6356350"/>
            <a:ext cx="2743200" cy="365125"/>
          </a:xfrm>
          <a:prstGeom prst="rect">
            <a:avLst/>
          </a:prstGeom>
        </p:spPr>
        <p:txBody>
          <a:bodyPr/>
          <a:lstStyle/>
          <a:p>
            <a:fld id="{AC6CFA4D-75CE-47B1-9926-07FEF015A917}" type="datetime1">
              <a:rPr lang="en-US" smtClean="0"/>
              <a:t>3/17/2025</a:t>
            </a:fld>
            <a:endParaRPr lang="en-US"/>
          </a:p>
        </p:txBody>
      </p:sp>
      <p:sp>
        <p:nvSpPr>
          <p:cNvPr id="6" name="Footer Placeholder 5">
            <a:extLst>
              <a:ext uri="{FF2B5EF4-FFF2-40B4-BE49-F238E27FC236}">
                <a16:creationId xmlns:a16="http://schemas.microsoft.com/office/drawing/2014/main" id="{B31E4857-4505-47DC-11C3-2136A52AD36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FBA343D-E68D-162E-1527-DE0C81BE0942}"/>
              </a:ext>
            </a:extLst>
          </p:cNvPr>
          <p:cNvSpPr>
            <a:spLocks noGrp="1"/>
          </p:cNvSpPr>
          <p:nvPr>
            <p:ph type="sldNum" sz="quarter" idx="12"/>
          </p:nvPr>
        </p:nvSpPr>
        <p:spPr>
          <a:xfrm>
            <a:off x="8610600" y="6356350"/>
            <a:ext cx="2743200" cy="365125"/>
          </a:xfrm>
          <a:prstGeom prst="rect">
            <a:avLst/>
          </a:prstGeom>
        </p:spPr>
        <p:txBody>
          <a:bodyPr/>
          <a:lstStyle/>
          <a:p>
            <a:fld id="{65E208CD-2C40-4697-8091-AB3A287F18B9}" type="slidenum">
              <a:rPr lang="en-US" smtClean="0"/>
              <a:t>‹#›</a:t>
            </a:fld>
            <a:endParaRPr lang="en-US"/>
          </a:p>
        </p:txBody>
      </p:sp>
    </p:spTree>
    <p:extLst>
      <p:ext uri="{BB962C8B-B14F-4D97-AF65-F5344CB8AC3E}">
        <p14:creationId xmlns:p14="http://schemas.microsoft.com/office/powerpoint/2010/main" val="3627250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90C15-9397-4D99-432A-DB708519855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50EA57-C06A-D10E-5EA1-CE67384EB9F6}"/>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63BCA2-2059-009A-A2B2-06C5B1B359E4}"/>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49D006-255D-CE91-4430-AECA95605329}"/>
              </a:ext>
            </a:extLst>
          </p:cNvPr>
          <p:cNvSpPr>
            <a:spLocks noGrp="1"/>
          </p:cNvSpPr>
          <p:nvPr>
            <p:ph type="dt" sz="half" idx="10"/>
          </p:nvPr>
        </p:nvSpPr>
        <p:spPr>
          <a:xfrm>
            <a:off x="838200" y="6356350"/>
            <a:ext cx="2743200" cy="365125"/>
          </a:xfrm>
          <a:prstGeom prst="rect">
            <a:avLst/>
          </a:prstGeom>
        </p:spPr>
        <p:txBody>
          <a:bodyPr/>
          <a:lstStyle/>
          <a:p>
            <a:fld id="{AB31C32D-4D2F-4BE2-BA18-1AD84B77D29D}" type="datetime1">
              <a:rPr lang="en-US" smtClean="0"/>
              <a:t>3/17/2025</a:t>
            </a:fld>
            <a:endParaRPr lang="en-US"/>
          </a:p>
        </p:txBody>
      </p:sp>
      <p:sp>
        <p:nvSpPr>
          <p:cNvPr id="6" name="Footer Placeholder 5">
            <a:extLst>
              <a:ext uri="{FF2B5EF4-FFF2-40B4-BE49-F238E27FC236}">
                <a16:creationId xmlns:a16="http://schemas.microsoft.com/office/drawing/2014/main" id="{51C29DF8-7697-E7F8-CB81-3B70137F583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9A40FC-A2B8-4DC6-9736-FB5A84F9A87E}"/>
              </a:ext>
            </a:extLst>
          </p:cNvPr>
          <p:cNvSpPr>
            <a:spLocks noGrp="1"/>
          </p:cNvSpPr>
          <p:nvPr>
            <p:ph type="sldNum" sz="quarter" idx="12"/>
          </p:nvPr>
        </p:nvSpPr>
        <p:spPr>
          <a:xfrm>
            <a:off x="8610600" y="6356350"/>
            <a:ext cx="2743200" cy="365125"/>
          </a:xfrm>
          <a:prstGeom prst="rect">
            <a:avLst/>
          </a:prstGeom>
        </p:spPr>
        <p:txBody>
          <a:bodyPr/>
          <a:lstStyle/>
          <a:p>
            <a:fld id="{65E208CD-2C40-4697-8091-AB3A287F18B9}" type="slidenum">
              <a:rPr lang="en-US" smtClean="0"/>
              <a:t>‹#›</a:t>
            </a:fld>
            <a:endParaRPr lang="en-US"/>
          </a:p>
        </p:txBody>
      </p:sp>
    </p:spTree>
    <p:extLst>
      <p:ext uri="{BB962C8B-B14F-4D97-AF65-F5344CB8AC3E}">
        <p14:creationId xmlns:p14="http://schemas.microsoft.com/office/powerpoint/2010/main" val="2068169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A8CB1-0E64-C8C4-F01A-C690E16B15DE}"/>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48A197-E03F-7F3A-3787-7F8EA5C59BA3}"/>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DDF70C-8E9A-55BE-AC6D-917721FD2B99}"/>
              </a:ext>
            </a:extLst>
          </p:cNvPr>
          <p:cNvSpPr>
            <a:spLocks noGrp="1"/>
          </p:cNvSpPr>
          <p:nvPr>
            <p:ph type="dt" sz="half" idx="10"/>
          </p:nvPr>
        </p:nvSpPr>
        <p:spPr>
          <a:xfrm>
            <a:off x="838200" y="6356350"/>
            <a:ext cx="2743200" cy="365125"/>
          </a:xfrm>
          <a:prstGeom prst="rect">
            <a:avLst/>
          </a:prstGeom>
        </p:spPr>
        <p:txBody>
          <a:bodyPr/>
          <a:lstStyle/>
          <a:p>
            <a:fld id="{A7EB68A2-8D3E-430D-9883-9081AE86D78F}" type="datetime1">
              <a:rPr lang="en-US" smtClean="0"/>
              <a:t>3/17/2025</a:t>
            </a:fld>
            <a:endParaRPr lang="en-US"/>
          </a:p>
        </p:txBody>
      </p:sp>
      <p:sp>
        <p:nvSpPr>
          <p:cNvPr id="5" name="Footer Placeholder 4">
            <a:extLst>
              <a:ext uri="{FF2B5EF4-FFF2-40B4-BE49-F238E27FC236}">
                <a16:creationId xmlns:a16="http://schemas.microsoft.com/office/drawing/2014/main" id="{0CB242CA-3357-07FC-8B49-1A4AFC52565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53F621C-BE64-E124-D44A-AABC651BC758}"/>
              </a:ext>
            </a:extLst>
          </p:cNvPr>
          <p:cNvSpPr>
            <a:spLocks noGrp="1"/>
          </p:cNvSpPr>
          <p:nvPr>
            <p:ph type="sldNum" sz="quarter" idx="12"/>
          </p:nvPr>
        </p:nvSpPr>
        <p:spPr>
          <a:xfrm>
            <a:off x="8610600" y="6356350"/>
            <a:ext cx="2743200" cy="365125"/>
          </a:xfrm>
          <a:prstGeom prst="rect">
            <a:avLst/>
          </a:prstGeom>
        </p:spPr>
        <p:txBody>
          <a:bodyPr/>
          <a:lstStyle/>
          <a:p>
            <a:fld id="{65E208CD-2C40-4697-8091-AB3A287F18B9}" type="slidenum">
              <a:rPr lang="en-US" smtClean="0"/>
              <a:t>‹#›</a:t>
            </a:fld>
            <a:endParaRPr lang="en-US"/>
          </a:p>
        </p:txBody>
      </p:sp>
    </p:spTree>
    <p:extLst>
      <p:ext uri="{BB962C8B-B14F-4D97-AF65-F5344CB8AC3E}">
        <p14:creationId xmlns:p14="http://schemas.microsoft.com/office/powerpoint/2010/main" val="3127952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3D690E-C1F0-1F25-FF72-470293C0EF5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5D67ED3-CDDF-979D-554D-F490C2E36200}"/>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04E118-A878-42EF-F10E-5323D69F8C38}"/>
              </a:ext>
            </a:extLst>
          </p:cNvPr>
          <p:cNvSpPr>
            <a:spLocks noGrp="1"/>
          </p:cNvSpPr>
          <p:nvPr>
            <p:ph type="dt" sz="half" idx="10"/>
          </p:nvPr>
        </p:nvSpPr>
        <p:spPr>
          <a:xfrm>
            <a:off x="838200" y="6356350"/>
            <a:ext cx="2743200" cy="365125"/>
          </a:xfrm>
          <a:prstGeom prst="rect">
            <a:avLst/>
          </a:prstGeom>
        </p:spPr>
        <p:txBody>
          <a:bodyPr/>
          <a:lstStyle/>
          <a:p>
            <a:fld id="{CD8D6926-2201-4FA6-AA02-2BF258A2833D}" type="datetime1">
              <a:rPr lang="en-US" smtClean="0"/>
              <a:t>3/17/2025</a:t>
            </a:fld>
            <a:endParaRPr lang="en-US"/>
          </a:p>
        </p:txBody>
      </p:sp>
      <p:sp>
        <p:nvSpPr>
          <p:cNvPr id="5" name="Footer Placeholder 4">
            <a:extLst>
              <a:ext uri="{FF2B5EF4-FFF2-40B4-BE49-F238E27FC236}">
                <a16:creationId xmlns:a16="http://schemas.microsoft.com/office/drawing/2014/main" id="{27C7712F-5A35-7067-D868-5D538D61AC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ADEC2C3-28FC-17FA-61CF-816C2870CB93}"/>
              </a:ext>
            </a:extLst>
          </p:cNvPr>
          <p:cNvSpPr>
            <a:spLocks noGrp="1"/>
          </p:cNvSpPr>
          <p:nvPr>
            <p:ph type="sldNum" sz="quarter" idx="12"/>
          </p:nvPr>
        </p:nvSpPr>
        <p:spPr>
          <a:xfrm>
            <a:off x="8610600" y="6356350"/>
            <a:ext cx="2743200" cy="365125"/>
          </a:xfrm>
          <a:prstGeom prst="rect">
            <a:avLst/>
          </a:prstGeom>
        </p:spPr>
        <p:txBody>
          <a:bodyPr/>
          <a:lstStyle/>
          <a:p>
            <a:fld id="{65E208CD-2C40-4697-8091-AB3A287F18B9}" type="slidenum">
              <a:rPr lang="en-US" smtClean="0"/>
              <a:t>‹#›</a:t>
            </a:fld>
            <a:endParaRPr lang="en-US"/>
          </a:p>
        </p:txBody>
      </p:sp>
    </p:spTree>
    <p:extLst>
      <p:ext uri="{BB962C8B-B14F-4D97-AF65-F5344CB8AC3E}">
        <p14:creationId xmlns:p14="http://schemas.microsoft.com/office/powerpoint/2010/main" val="556343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CA2ECAD-EBF6-1166-BC24-2BF48E13C38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183817" y="6246058"/>
            <a:ext cx="829992" cy="487230"/>
          </a:xfrm>
          <a:prstGeom prst="rect">
            <a:avLst/>
          </a:prstGeom>
        </p:spPr>
      </p:pic>
      <p:pic>
        <p:nvPicPr>
          <p:cNvPr id="9" name="Graphic 8" descr="Venn diagram with solid fill">
            <a:extLst>
              <a:ext uri="{FF2B5EF4-FFF2-40B4-BE49-F238E27FC236}">
                <a16:creationId xmlns:a16="http://schemas.microsoft.com/office/drawing/2014/main" id="{1C8F2EE4-F239-6824-7CEE-B3C5254BF56C}"/>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0" y="0"/>
            <a:ext cx="745588" cy="745588"/>
          </a:xfrm>
          <a:prstGeom prst="rect">
            <a:avLst/>
          </a:prstGeom>
        </p:spPr>
      </p:pic>
      <p:sp>
        <p:nvSpPr>
          <p:cNvPr id="10" name="Rectangle 9">
            <a:extLst>
              <a:ext uri="{FF2B5EF4-FFF2-40B4-BE49-F238E27FC236}">
                <a16:creationId xmlns:a16="http://schemas.microsoft.com/office/drawing/2014/main" id="{141B55CE-F65A-09A4-1212-AA8317143D77}"/>
              </a:ext>
            </a:extLst>
          </p:cNvPr>
          <p:cNvSpPr/>
          <p:nvPr userDrawn="1"/>
        </p:nvSpPr>
        <p:spPr>
          <a:xfrm>
            <a:off x="745588" y="0"/>
            <a:ext cx="10438228" cy="646331"/>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319B2C3-AFA5-41AA-DED7-28159C56547F}"/>
              </a:ext>
            </a:extLst>
          </p:cNvPr>
          <p:cNvSpPr/>
          <p:nvPr userDrawn="1"/>
        </p:nvSpPr>
        <p:spPr>
          <a:xfrm>
            <a:off x="11183816" y="-1"/>
            <a:ext cx="1008183" cy="646331"/>
          </a:xfrm>
          <a:prstGeom prst="rect">
            <a:avLst/>
          </a:prstGeom>
          <a:solidFill>
            <a:srgbClr val="FFA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8373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actionforrefugeelife-my.sharepoint.com/:x:/g/personal/samuel_refugeelife_org/EcdiYHuQOcRIjc5v5lwsVkUBLxTlwotyvgFJPZreFpgIqA?e=25F7Xf"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CE79F97-640B-ECB7-0B32-7FDC4085FFAC}"/>
              </a:ext>
            </a:extLst>
          </p:cNvPr>
          <p:cNvSpPr txBox="1"/>
          <p:nvPr/>
        </p:nvSpPr>
        <p:spPr>
          <a:xfrm>
            <a:off x="1591616" y="2355726"/>
            <a:ext cx="9084527" cy="2308324"/>
          </a:xfrm>
          <a:prstGeom prst="rect">
            <a:avLst/>
          </a:prstGeom>
          <a:noFill/>
        </p:spPr>
        <p:txBody>
          <a:bodyPr wrap="square" rtlCol="0">
            <a:spAutoFit/>
          </a:bodyPr>
          <a:lstStyle/>
          <a:p>
            <a:pPr algn="ctr"/>
            <a:r>
              <a:rPr lang="en-US" sz="7200" b="1" dirty="0">
                <a:solidFill>
                  <a:srgbClr val="EDEDE0"/>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rPr>
              <a:t>Data Visualization with Excel</a:t>
            </a:r>
          </a:p>
        </p:txBody>
      </p:sp>
      <p:sp>
        <p:nvSpPr>
          <p:cNvPr id="5" name="Rectangle 4">
            <a:extLst>
              <a:ext uri="{FF2B5EF4-FFF2-40B4-BE49-F238E27FC236}">
                <a16:creationId xmlns:a16="http://schemas.microsoft.com/office/drawing/2014/main" id="{4E0BEF2F-B61F-4C06-6ADD-816F04C544F6}"/>
              </a:ext>
            </a:extLst>
          </p:cNvPr>
          <p:cNvSpPr/>
          <p:nvPr/>
        </p:nvSpPr>
        <p:spPr>
          <a:xfrm>
            <a:off x="0" y="2489982"/>
            <a:ext cx="604911" cy="2039815"/>
          </a:xfrm>
          <a:prstGeom prst="rect">
            <a:avLst/>
          </a:prstGeom>
          <a:solidFill>
            <a:srgbClr val="FFA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49EA0A9-7731-5CF3-0FBA-64AB1D9CEDBD}"/>
              </a:ext>
            </a:extLst>
          </p:cNvPr>
          <p:cNvSpPr/>
          <p:nvPr/>
        </p:nvSpPr>
        <p:spPr>
          <a:xfrm>
            <a:off x="11662848" y="2489981"/>
            <a:ext cx="529151" cy="2039815"/>
          </a:xfrm>
          <a:prstGeom prst="rect">
            <a:avLst/>
          </a:prstGeom>
          <a:solidFill>
            <a:srgbClr val="FFA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65E208CD-2C40-4697-8091-AB3A287F18B9}" type="slidenum">
              <a:rPr lang="en-US" smtClean="0"/>
              <a:t>1</a:t>
            </a:fld>
            <a:endParaRPr lang="en-US"/>
          </a:p>
        </p:txBody>
      </p:sp>
      <p:pic>
        <p:nvPicPr>
          <p:cNvPr id="8" name="Picture 7" descr="A yellow and blue logo&#10;&#10;AI-generated content may be incorrect.">
            <a:extLst>
              <a:ext uri="{FF2B5EF4-FFF2-40B4-BE49-F238E27FC236}">
                <a16:creationId xmlns:a16="http://schemas.microsoft.com/office/drawing/2014/main" id="{40EAAF89-5FF5-8DDE-FC94-AC1F147311FD}"/>
              </a:ext>
            </a:extLst>
          </p:cNvPr>
          <p:cNvPicPr>
            <a:picLocks noChangeAspect="1"/>
          </p:cNvPicPr>
          <p:nvPr/>
        </p:nvPicPr>
        <p:blipFill>
          <a:blip r:embed="rId4">
            <a:extLst>
              <a:ext uri="{28A0092B-C50C-407E-A947-70E740481C1C}">
                <a14:useLocalDpi xmlns:a14="http://schemas.microsoft.com/office/drawing/2010/main" val="0"/>
              </a:ext>
            </a:extLst>
          </a:blip>
          <a:srcRect t="16720" b="25654"/>
          <a:stretch/>
        </p:blipFill>
        <p:spPr>
          <a:xfrm>
            <a:off x="3935391" y="663426"/>
            <a:ext cx="2789500" cy="147789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053637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E0BEF2F-B61F-4C06-6ADD-816F04C544F6}"/>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49EA0A9-7731-5CF3-0FBA-64AB1D9CEDBD}"/>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Course Overview &amp; Expectations</a:t>
            </a:r>
          </a:p>
        </p:txBody>
      </p:sp>
      <p:sp>
        <p:nvSpPr>
          <p:cNvPr id="9" name="TextBox 8"/>
          <p:cNvSpPr txBox="1"/>
          <p:nvPr/>
        </p:nvSpPr>
        <p:spPr>
          <a:xfrm>
            <a:off x="1324303" y="871738"/>
            <a:ext cx="9837683" cy="3046988"/>
          </a:xfrm>
          <a:prstGeom prst="rect">
            <a:avLst/>
          </a:prstGeom>
          <a:noFill/>
        </p:spPr>
        <p:txBody>
          <a:bodyPr wrap="square" rtlCol="0">
            <a:spAutoFit/>
          </a:bodyPr>
          <a:lstStyle/>
          <a:p>
            <a:r>
              <a:rPr lang="en-US" sz="1600" dirty="0">
                <a:latin typeface="Poppins" panose="00000500000000000000" pitchFamily="2" charset="0"/>
                <a:cs typeface="Poppins" panose="00000500000000000000" pitchFamily="2" charset="0"/>
              </a:rPr>
              <a:t>This course focuses on data visualization techniques using Microsoft Excel, equipping students with the skills to create clear, effective, and interactive visualizations. Students will learn how to choose the right charts, create Pivot Charts, use Slicers &amp; Timelines, and design dynamic dashboards to extract insights from data.</a:t>
            </a:r>
          </a:p>
          <a:p>
            <a:endParaRPr lang="en-US" sz="1600" dirty="0">
              <a:latin typeface="Poppins" panose="00000500000000000000" pitchFamily="2" charset="0"/>
              <a:cs typeface="Poppins" panose="00000500000000000000" pitchFamily="2" charset="0"/>
            </a:endParaRPr>
          </a:p>
          <a:p>
            <a:r>
              <a:rPr lang="en-US" sz="1600" dirty="0">
                <a:latin typeface="Poppins" panose="00000500000000000000" pitchFamily="2" charset="0"/>
                <a:cs typeface="Poppins" panose="00000500000000000000" pitchFamily="2" charset="0"/>
              </a:rPr>
              <a:t>By the end of this course, students will be able to:</a:t>
            </a:r>
          </a:p>
          <a:p>
            <a:pPr lvl="2"/>
            <a:r>
              <a:rPr lang="en-US" sz="1600" dirty="0">
                <a:latin typeface="Poppins" panose="00000500000000000000" pitchFamily="2" charset="0"/>
                <a:cs typeface="Poppins" panose="00000500000000000000" pitchFamily="2" charset="0"/>
              </a:rPr>
              <a:t>✅ Understand the fundamentals of data visualization and best practices.</a:t>
            </a:r>
          </a:p>
          <a:p>
            <a:pPr lvl="2"/>
            <a:r>
              <a:rPr lang="en-US" sz="1600" dirty="0">
                <a:latin typeface="Poppins" panose="00000500000000000000" pitchFamily="2" charset="0"/>
                <a:cs typeface="Poppins" panose="00000500000000000000" pitchFamily="2" charset="0"/>
              </a:rPr>
              <a:t>✅ Identify the right chart type based on different data scenarios.</a:t>
            </a:r>
          </a:p>
          <a:p>
            <a:pPr lvl="2"/>
            <a:r>
              <a:rPr lang="en-US" sz="1600" dirty="0">
                <a:latin typeface="Poppins" panose="00000500000000000000" pitchFamily="2" charset="0"/>
                <a:cs typeface="Poppins" panose="00000500000000000000" pitchFamily="2" charset="0"/>
              </a:rPr>
              <a:t>✅ Create basic and advanced charts in Excel.</a:t>
            </a:r>
          </a:p>
          <a:p>
            <a:pPr lvl="2"/>
            <a:r>
              <a:rPr lang="en-US" sz="1600" dirty="0">
                <a:latin typeface="Poppins" panose="00000500000000000000" pitchFamily="2" charset="0"/>
                <a:cs typeface="Poppins" panose="00000500000000000000" pitchFamily="2" charset="0"/>
              </a:rPr>
              <a:t>✅ Use Pivot Charts to summarize large datasets dynamically.</a:t>
            </a:r>
          </a:p>
          <a:p>
            <a:pPr lvl="2"/>
            <a:r>
              <a:rPr lang="en-US" sz="1600" dirty="0">
                <a:latin typeface="Poppins" panose="00000500000000000000" pitchFamily="2" charset="0"/>
                <a:cs typeface="Poppins" panose="00000500000000000000" pitchFamily="2" charset="0"/>
              </a:rPr>
              <a:t>✅ Add interactivity to dashboards using Slicers &amp; Timelines.</a:t>
            </a:r>
          </a:p>
          <a:p>
            <a:pPr lvl="2"/>
            <a:r>
              <a:rPr lang="en-US" sz="1600" dirty="0">
                <a:latin typeface="Poppins" panose="00000500000000000000" pitchFamily="2" charset="0"/>
                <a:cs typeface="Poppins" panose="00000500000000000000" pitchFamily="2" charset="0"/>
              </a:rPr>
              <a:t>✅ Build professional, data-driven reports and dashboards in Excel.</a:t>
            </a:r>
          </a:p>
        </p:txBody>
      </p:sp>
      <p:sp>
        <p:nvSpPr>
          <p:cNvPr id="2" name="Slide Number Placeholder 1"/>
          <p:cNvSpPr>
            <a:spLocks noGrp="1"/>
          </p:cNvSpPr>
          <p:nvPr>
            <p:ph type="sldNum" sz="quarter" idx="12"/>
          </p:nvPr>
        </p:nvSpPr>
        <p:spPr/>
        <p:txBody>
          <a:bodyPr/>
          <a:lstStyle/>
          <a:p>
            <a:fld id="{65E208CD-2C40-4697-8091-AB3A287F18B9}" type="slidenum">
              <a:rPr lang="en-US" smtClean="0"/>
              <a:t>2</a:t>
            </a:fld>
            <a:endParaRPr lang="en-US"/>
          </a:p>
        </p:txBody>
      </p:sp>
    </p:spTree>
    <p:extLst>
      <p:ext uri="{BB962C8B-B14F-4D97-AF65-F5344CB8AC3E}">
        <p14:creationId xmlns:p14="http://schemas.microsoft.com/office/powerpoint/2010/main" val="2225374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0153E-5A36-2924-FFB4-59EAD247FFD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FEAF759-6862-32F4-4F78-B1E2237AE0C7}"/>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F84228E-6047-F2CC-C962-C62154AA88A3}"/>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4D8922A-576A-8375-1C46-97C4E3F08B0F}"/>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1: Getting Started with Visualization in Excel</a:t>
            </a:r>
          </a:p>
        </p:txBody>
      </p:sp>
      <p:sp>
        <p:nvSpPr>
          <p:cNvPr id="2" name="Slide Number Placeholder 1">
            <a:extLst>
              <a:ext uri="{FF2B5EF4-FFF2-40B4-BE49-F238E27FC236}">
                <a16:creationId xmlns:a16="http://schemas.microsoft.com/office/drawing/2014/main" id="{8A0F4327-EDEF-3C18-97CD-51323DD118C7}"/>
              </a:ext>
            </a:extLst>
          </p:cNvPr>
          <p:cNvSpPr>
            <a:spLocks noGrp="1"/>
          </p:cNvSpPr>
          <p:nvPr>
            <p:ph type="sldNum" sz="quarter" idx="12"/>
          </p:nvPr>
        </p:nvSpPr>
        <p:spPr/>
        <p:txBody>
          <a:bodyPr/>
          <a:lstStyle/>
          <a:p>
            <a:fld id="{65E208CD-2C40-4697-8091-AB3A287F18B9}" type="slidenum">
              <a:rPr lang="en-US" smtClean="0"/>
              <a:t>3</a:t>
            </a:fld>
            <a:endParaRPr lang="en-US"/>
          </a:p>
        </p:txBody>
      </p:sp>
      <p:sp>
        <p:nvSpPr>
          <p:cNvPr id="10" name="TextBox 9">
            <a:extLst>
              <a:ext uri="{FF2B5EF4-FFF2-40B4-BE49-F238E27FC236}">
                <a16:creationId xmlns:a16="http://schemas.microsoft.com/office/drawing/2014/main" id="{0D6EDF0E-5D08-01B4-2577-F4DE9695D4C5}"/>
              </a:ext>
            </a:extLst>
          </p:cNvPr>
          <p:cNvSpPr txBox="1"/>
          <p:nvPr/>
        </p:nvSpPr>
        <p:spPr>
          <a:xfrm>
            <a:off x="779080" y="838200"/>
            <a:ext cx="9677400" cy="3792577"/>
          </a:xfrm>
          <a:prstGeom prst="rect">
            <a:avLst/>
          </a:prstGeom>
          <a:noFill/>
        </p:spPr>
        <p:txBody>
          <a:bodyPr wrap="square" rtlCol="0">
            <a:spAutoFit/>
          </a:bodyPr>
          <a:lstStyle/>
          <a:p>
            <a:pPr>
              <a:lnSpc>
                <a:spcPct val="150000"/>
              </a:lnSpc>
            </a:pPr>
            <a:r>
              <a:rPr lang="en-US" b="1" dirty="0">
                <a:solidFill>
                  <a:srgbClr val="05668D"/>
                </a:solidFill>
                <a:latin typeface="Poppins" panose="00000500000000000000" pitchFamily="2" charset="0"/>
                <a:cs typeface="Poppins" panose="00000500000000000000" pitchFamily="2" charset="0"/>
              </a:rPr>
              <a:t>What is Data Visualization?</a:t>
            </a:r>
          </a:p>
          <a:p>
            <a:pPr>
              <a:lnSpc>
                <a:spcPct val="150000"/>
              </a:lnSpc>
            </a:pPr>
            <a:endParaRPr lang="en-US" dirty="0">
              <a:latin typeface="Poppins" panose="00000500000000000000" pitchFamily="2" charset="0"/>
              <a:cs typeface="Poppins" panose="00000500000000000000" pitchFamily="2" charset="0"/>
            </a:endParaRPr>
          </a:p>
          <a:p>
            <a:pPr>
              <a:lnSpc>
                <a:spcPct val="150000"/>
              </a:lnSpc>
            </a:pPr>
            <a:r>
              <a:rPr lang="en-US" dirty="0">
                <a:latin typeface="Poppins" panose="00000500000000000000" pitchFamily="2" charset="0"/>
                <a:cs typeface="Poppins" panose="00000500000000000000" pitchFamily="2" charset="0"/>
              </a:rPr>
              <a:t>Data Visualization is the process of </a:t>
            </a:r>
            <a:r>
              <a:rPr lang="en-US" b="1" dirty="0">
                <a:latin typeface="Poppins" panose="00000500000000000000" pitchFamily="2" charset="0"/>
                <a:cs typeface="Poppins" panose="00000500000000000000" pitchFamily="2" charset="0"/>
              </a:rPr>
              <a:t>representing data graphically </a:t>
            </a:r>
            <a:r>
              <a:rPr lang="en-US" dirty="0">
                <a:latin typeface="Poppins" panose="00000500000000000000" pitchFamily="2" charset="0"/>
                <a:cs typeface="Poppins" panose="00000500000000000000" pitchFamily="2" charset="0"/>
              </a:rPr>
              <a:t>to make information easier to understand, analyze, and interpret. It involves using </a:t>
            </a:r>
            <a:r>
              <a:rPr lang="en-US" b="1" dirty="0">
                <a:latin typeface="Poppins" panose="00000500000000000000" pitchFamily="2" charset="0"/>
                <a:cs typeface="Poppins" panose="00000500000000000000" pitchFamily="2" charset="0"/>
              </a:rPr>
              <a:t>charts, graphs, maps, and dashboards </a:t>
            </a:r>
            <a:r>
              <a:rPr lang="en-US" dirty="0">
                <a:latin typeface="Poppins" panose="00000500000000000000" pitchFamily="2" charset="0"/>
                <a:cs typeface="Poppins" panose="00000500000000000000" pitchFamily="2" charset="0"/>
              </a:rPr>
              <a:t>to transform raw data into meaningful insights.</a:t>
            </a:r>
          </a:p>
          <a:p>
            <a:pPr>
              <a:lnSpc>
                <a:spcPct val="150000"/>
              </a:lnSpc>
            </a:pPr>
            <a:endParaRPr lang="en-US" dirty="0">
              <a:latin typeface="Poppins" panose="00000500000000000000" pitchFamily="2" charset="0"/>
              <a:cs typeface="Poppins" panose="00000500000000000000" pitchFamily="2" charset="0"/>
            </a:endParaRPr>
          </a:p>
          <a:p>
            <a:pPr>
              <a:lnSpc>
                <a:spcPct val="150000"/>
              </a:lnSpc>
            </a:pPr>
            <a:r>
              <a:rPr lang="en-US" dirty="0">
                <a:latin typeface="Poppins" panose="00000500000000000000" pitchFamily="2" charset="0"/>
                <a:cs typeface="Poppins" panose="00000500000000000000" pitchFamily="2" charset="0"/>
              </a:rPr>
              <a:t>Simply put: </a:t>
            </a:r>
            <a:r>
              <a:rPr lang="en-US" dirty="0">
                <a:solidFill>
                  <a:srgbClr val="AF5A5A"/>
                </a:solidFill>
                <a:latin typeface="Poppins" panose="00000500000000000000" pitchFamily="2" charset="0"/>
                <a:cs typeface="Poppins" panose="00000500000000000000" pitchFamily="2" charset="0"/>
              </a:rPr>
              <a:t>Instead of looking at thousands of numbers in a spreadsheet, we use visual elements like bars, lines, and colors to see trends and patterns at a glance.</a:t>
            </a:r>
          </a:p>
          <a:p>
            <a:pPr>
              <a:lnSpc>
                <a:spcPct val="150000"/>
              </a:lnSpc>
            </a:pPr>
            <a:endParaRPr lang="en-US" dirty="0">
              <a:solidFill>
                <a:srgbClr val="05668D"/>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768806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B2D9D-86AE-F11E-81EC-9B1FD9FE63A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A6EF25C-C4C0-88A2-3003-8B2B6B77B868}"/>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DF3585A-33AB-B717-FFC2-97B9B0141426}"/>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56478C7-8B23-EBB6-B687-7BE94CDC6A8A}"/>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1: Getting Started with Visualization in Excel</a:t>
            </a:r>
          </a:p>
        </p:txBody>
      </p:sp>
      <p:sp>
        <p:nvSpPr>
          <p:cNvPr id="2" name="Slide Number Placeholder 1">
            <a:extLst>
              <a:ext uri="{FF2B5EF4-FFF2-40B4-BE49-F238E27FC236}">
                <a16:creationId xmlns:a16="http://schemas.microsoft.com/office/drawing/2014/main" id="{8C04062B-D453-6F5D-8341-90650F9BB6CB}"/>
              </a:ext>
            </a:extLst>
          </p:cNvPr>
          <p:cNvSpPr>
            <a:spLocks noGrp="1"/>
          </p:cNvSpPr>
          <p:nvPr>
            <p:ph type="sldNum" sz="quarter" idx="12"/>
          </p:nvPr>
        </p:nvSpPr>
        <p:spPr/>
        <p:txBody>
          <a:bodyPr/>
          <a:lstStyle/>
          <a:p>
            <a:fld id="{65E208CD-2C40-4697-8091-AB3A287F18B9}" type="slidenum">
              <a:rPr lang="en-US" smtClean="0"/>
              <a:t>4</a:t>
            </a:fld>
            <a:endParaRPr lang="en-US"/>
          </a:p>
        </p:txBody>
      </p:sp>
      <p:sp>
        <p:nvSpPr>
          <p:cNvPr id="10" name="TextBox 9">
            <a:extLst>
              <a:ext uri="{FF2B5EF4-FFF2-40B4-BE49-F238E27FC236}">
                <a16:creationId xmlns:a16="http://schemas.microsoft.com/office/drawing/2014/main" id="{9136B1E4-D094-B000-B3AD-2B1031BF64B4}"/>
              </a:ext>
            </a:extLst>
          </p:cNvPr>
          <p:cNvSpPr txBox="1"/>
          <p:nvPr/>
        </p:nvSpPr>
        <p:spPr>
          <a:xfrm>
            <a:off x="779079" y="838200"/>
            <a:ext cx="10294081" cy="5039072"/>
          </a:xfrm>
          <a:prstGeom prst="rect">
            <a:avLst/>
          </a:prstGeom>
          <a:noFill/>
        </p:spPr>
        <p:txBody>
          <a:bodyPr wrap="square" rtlCol="0">
            <a:spAutoFit/>
          </a:bodyPr>
          <a:lstStyle/>
          <a:p>
            <a:pPr>
              <a:lnSpc>
                <a:spcPct val="150000"/>
              </a:lnSpc>
            </a:pPr>
            <a:r>
              <a:rPr lang="en-US" b="1" dirty="0">
                <a:latin typeface="Poppins" panose="00000500000000000000" pitchFamily="2" charset="0"/>
                <a:cs typeface="Poppins" panose="00000500000000000000" pitchFamily="2" charset="0"/>
              </a:rPr>
              <a:t>Why is Data Visualization Important?</a:t>
            </a:r>
          </a:p>
          <a:p>
            <a:pPr marL="742950" lvl="1" indent="-285750">
              <a:lnSpc>
                <a:spcPct val="150000"/>
              </a:lnSpc>
              <a:buFont typeface="Arial" panose="020B0604020202020204" pitchFamily="34" charset="0"/>
              <a:buChar char="•"/>
            </a:pPr>
            <a:r>
              <a:rPr lang="en-US" b="1" dirty="0">
                <a:latin typeface="Poppins" panose="00000500000000000000" pitchFamily="2" charset="0"/>
                <a:cs typeface="Poppins" panose="00000500000000000000" pitchFamily="2" charset="0"/>
              </a:rPr>
              <a:t>Simplifies complex data </a:t>
            </a:r>
            <a:r>
              <a:rPr lang="en-US" dirty="0">
                <a:latin typeface="Poppins" panose="00000500000000000000" pitchFamily="2" charset="0"/>
                <a:cs typeface="Poppins" panose="00000500000000000000" pitchFamily="2" charset="0"/>
              </a:rPr>
              <a:t>– Large datasets can be overwhelming when presented as raw numbers. Visualization helps break them down into clear and understandable charts or graphs, making it easier to interpret key information.</a:t>
            </a:r>
          </a:p>
          <a:p>
            <a:pPr marL="742950" lvl="1" indent="-285750">
              <a:lnSpc>
                <a:spcPct val="150000"/>
              </a:lnSpc>
              <a:buFont typeface="Arial" panose="020B0604020202020204" pitchFamily="34" charset="0"/>
              <a:buChar char="•"/>
            </a:pPr>
            <a:r>
              <a:rPr lang="en-US" b="1" dirty="0">
                <a:latin typeface="Poppins" panose="00000500000000000000" pitchFamily="2" charset="0"/>
                <a:cs typeface="Poppins" panose="00000500000000000000" pitchFamily="2" charset="0"/>
              </a:rPr>
              <a:t>Identifies trends and patterns </a:t>
            </a:r>
            <a:r>
              <a:rPr lang="en-US" dirty="0">
                <a:latin typeface="Poppins" panose="00000500000000000000" pitchFamily="2" charset="0"/>
                <a:cs typeface="Poppins" panose="00000500000000000000" pitchFamily="2" charset="0"/>
              </a:rPr>
              <a:t>– Visual representations, such as line charts and bar graphs, allow us to quickly see trends over time, seasonality, or patterns in data that might not be obvious in tables. For example, a sales trend chart can show revenue growth or decline over months.</a:t>
            </a:r>
          </a:p>
          <a:p>
            <a:pPr marL="742950" lvl="1" indent="-285750">
              <a:lnSpc>
                <a:spcPct val="150000"/>
              </a:lnSpc>
              <a:buFont typeface="Arial" panose="020B0604020202020204" pitchFamily="34" charset="0"/>
              <a:buChar char="•"/>
            </a:pPr>
            <a:r>
              <a:rPr lang="en-US" b="1" dirty="0">
                <a:latin typeface="Poppins" panose="00000500000000000000" pitchFamily="2" charset="0"/>
                <a:cs typeface="Poppins" panose="00000500000000000000" pitchFamily="2" charset="0"/>
              </a:rPr>
              <a:t>Highlights outliers and anomalies</a:t>
            </a:r>
            <a:r>
              <a:rPr lang="en-US" dirty="0">
                <a:latin typeface="Poppins" panose="00000500000000000000" pitchFamily="2" charset="0"/>
                <a:cs typeface="Poppins" panose="00000500000000000000" pitchFamily="2" charset="0"/>
              </a:rPr>
              <a:t> – Some data points may not fit expected trends. Visualization makes it easy to spot these outliers, which could indicate errors, fraud, or unique business opportunities. For instance, if a store’s sales suddenly spike or drop, a graph will immediately reveal this.</a:t>
            </a:r>
          </a:p>
        </p:txBody>
      </p:sp>
    </p:spTree>
    <p:extLst>
      <p:ext uri="{BB962C8B-B14F-4D97-AF65-F5344CB8AC3E}">
        <p14:creationId xmlns:p14="http://schemas.microsoft.com/office/powerpoint/2010/main" val="3928248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DC881-F4D4-0222-F864-402735171F8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01C4DBF-E830-5252-624F-6C0E13B29073}"/>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7A9AB90-AFA3-0F89-75BF-E45592874918}"/>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596765C-4009-C8D1-2C4C-EEAA7AEE2207}"/>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1: Getting Started with Visualization in Excel</a:t>
            </a:r>
          </a:p>
        </p:txBody>
      </p:sp>
      <p:sp>
        <p:nvSpPr>
          <p:cNvPr id="2" name="Slide Number Placeholder 1">
            <a:extLst>
              <a:ext uri="{FF2B5EF4-FFF2-40B4-BE49-F238E27FC236}">
                <a16:creationId xmlns:a16="http://schemas.microsoft.com/office/drawing/2014/main" id="{0B75940C-AAB1-8527-DFEA-9383E966647A}"/>
              </a:ext>
            </a:extLst>
          </p:cNvPr>
          <p:cNvSpPr>
            <a:spLocks noGrp="1"/>
          </p:cNvSpPr>
          <p:nvPr>
            <p:ph type="sldNum" sz="quarter" idx="12"/>
          </p:nvPr>
        </p:nvSpPr>
        <p:spPr/>
        <p:txBody>
          <a:bodyPr/>
          <a:lstStyle/>
          <a:p>
            <a:fld id="{65E208CD-2C40-4697-8091-AB3A287F18B9}" type="slidenum">
              <a:rPr lang="en-US" smtClean="0"/>
              <a:t>5</a:t>
            </a:fld>
            <a:endParaRPr lang="en-US"/>
          </a:p>
        </p:txBody>
      </p:sp>
      <p:sp>
        <p:nvSpPr>
          <p:cNvPr id="10" name="TextBox 9">
            <a:extLst>
              <a:ext uri="{FF2B5EF4-FFF2-40B4-BE49-F238E27FC236}">
                <a16:creationId xmlns:a16="http://schemas.microsoft.com/office/drawing/2014/main" id="{4B6F024F-6844-BD76-BDC4-C7E92E0BBFEC}"/>
              </a:ext>
            </a:extLst>
          </p:cNvPr>
          <p:cNvSpPr txBox="1"/>
          <p:nvPr/>
        </p:nvSpPr>
        <p:spPr>
          <a:xfrm>
            <a:off x="756777" y="572433"/>
            <a:ext cx="10906071" cy="5454570"/>
          </a:xfrm>
          <a:prstGeom prst="rect">
            <a:avLst/>
          </a:prstGeom>
          <a:noFill/>
        </p:spPr>
        <p:txBody>
          <a:bodyPr wrap="square" rtlCol="0">
            <a:spAutoFit/>
          </a:bodyPr>
          <a:lstStyle/>
          <a:p>
            <a:pPr>
              <a:lnSpc>
                <a:spcPct val="150000"/>
              </a:lnSpc>
            </a:pPr>
            <a:r>
              <a:rPr lang="en-US" b="1" dirty="0">
                <a:latin typeface="Poppins" panose="00000500000000000000" pitchFamily="2" charset="0"/>
                <a:cs typeface="Poppins" panose="00000500000000000000" pitchFamily="2" charset="0"/>
              </a:rPr>
              <a:t>Why is Data Visualization Important?</a:t>
            </a:r>
          </a:p>
          <a:p>
            <a:pPr marL="742950" lvl="1" indent="-285750">
              <a:lnSpc>
                <a:spcPct val="150000"/>
              </a:lnSpc>
              <a:buFont typeface="Arial" panose="020B0604020202020204" pitchFamily="34" charset="0"/>
              <a:buChar char="•"/>
            </a:pPr>
            <a:r>
              <a:rPr lang="en-US" b="1" dirty="0">
                <a:latin typeface="Poppins" panose="00000500000000000000" pitchFamily="2" charset="0"/>
                <a:cs typeface="Poppins" panose="00000500000000000000" pitchFamily="2" charset="0"/>
              </a:rPr>
              <a:t>Enhances decision-making </a:t>
            </a:r>
            <a:r>
              <a:rPr lang="en-US" dirty="0">
                <a:latin typeface="Poppins" panose="00000500000000000000" pitchFamily="2" charset="0"/>
                <a:cs typeface="Poppins" panose="00000500000000000000" pitchFamily="2" charset="0"/>
              </a:rPr>
              <a:t>– Business leaders, analysts, and decision-makers rely on clear insights to take action. Well-designed visualizations help them quickly understand key metrics and trends, leading to better, data-driven decisions.</a:t>
            </a:r>
          </a:p>
          <a:p>
            <a:pPr marL="742950" lvl="1" indent="-285750">
              <a:lnSpc>
                <a:spcPct val="150000"/>
              </a:lnSpc>
              <a:buFont typeface="Arial" panose="020B0604020202020204" pitchFamily="34" charset="0"/>
              <a:buChar char="•"/>
            </a:pPr>
            <a:r>
              <a:rPr lang="en-US" b="1" dirty="0">
                <a:latin typeface="Poppins" panose="00000500000000000000" pitchFamily="2" charset="0"/>
                <a:cs typeface="Poppins" panose="00000500000000000000" pitchFamily="2" charset="0"/>
              </a:rPr>
              <a:t>Improves communication </a:t>
            </a:r>
            <a:r>
              <a:rPr lang="en-US" dirty="0">
                <a:latin typeface="Poppins" panose="00000500000000000000" pitchFamily="2" charset="0"/>
                <a:cs typeface="Poppins" panose="00000500000000000000" pitchFamily="2" charset="0"/>
              </a:rPr>
              <a:t>– Charts, graphs, and dashboards make it easier to share findings with teams, clients, or executives. Instead of lengthy reports full of numbers, a single well-designed visualization can effectively summarize key points.</a:t>
            </a:r>
          </a:p>
          <a:p>
            <a:pPr marL="742950" lvl="1" indent="-285750">
              <a:lnSpc>
                <a:spcPct val="150000"/>
              </a:lnSpc>
              <a:buFont typeface="Arial" panose="020B0604020202020204" pitchFamily="34" charset="0"/>
              <a:buChar char="•"/>
            </a:pPr>
            <a:r>
              <a:rPr lang="en-US" b="1" dirty="0">
                <a:latin typeface="Poppins" panose="00000500000000000000" pitchFamily="2" charset="0"/>
                <a:cs typeface="Poppins" panose="00000500000000000000" pitchFamily="2" charset="0"/>
              </a:rPr>
              <a:t>Saves time </a:t>
            </a:r>
            <a:r>
              <a:rPr lang="en-US" dirty="0">
                <a:latin typeface="Poppins" panose="00000500000000000000" pitchFamily="2" charset="0"/>
                <a:cs typeface="Poppins" panose="00000500000000000000" pitchFamily="2" charset="0"/>
              </a:rPr>
              <a:t>– Analyzing thousands of rows in a spreadsheet can take hours. A simple chart can summarize the same information in seconds, helping analysts and businesses work more efficiently.</a:t>
            </a:r>
          </a:p>
          <a:p>
            <a:pPr marL="742950" lvl="1" indent="-285750">
              <a:lnSpc>
                <a:spcPct val="150000"/>
              </a:lnSpc>
              <a:buFont typeface="Arial" panose="020B0604020202020204" pitchFamily="34" charset="0"/>
              <a:buChar char="•"/>
            </a:pPr>
            <a:r>
              <a:rPr lang="en-US" b="1" dirty="0">
                <a:latin typeface="Poppins" panose="00000500000000000000" pitchFamily="2" charset="0"/>
                <a:cs typeface="Poppins" panose="00000500000000000000" pitchFamily="2" charset="0"/>
              </a:rPr>
              <a:t>Engages the audience </a:t>
            </a:r>
            <a:r>
              <a:rPr lang="en-US" dirty="0">
                <a:latin typeface="Poppins" panose="00000500000000000000" pitchFamily="2" charset="0"/>
                <a:cs typeface="Poppins" panose="00000500000000000000" pitchFamily="2" charset="0"/>
              </a:rPr>
              <a:t>– People process visuals faster than text or numbers. A well-designed dashboard with clear charts and graphs captures attention, making presentations and reports more engaging and persuasive..</a:t>
            </a:r>
          </a:p>
        </p:txBody>
      </p:sp>
    </p:spTree>
    <p:extLst>
      <p:ext uri="{BB962C8B-B14F-4D97-AF65-F5344CB8AC3E}">
        <p14:creationId xmlns:p14="http://schemas.microsoft.com/office/powerpoint/2010/main" val="2057622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804AA-02D4-9E45-9C2F-5B8BB4C426D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63BC1E2-5A4E-C4FA-DEBB-7188CDEC9B18}"/>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7581E2B-3CE9-C11B-D150-9F06D3156AB0}"/>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17CFBCF-A7C8-E81B-B2F3-0C05E8316B87}"/>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1: Getting Started with Visualization in Excel</a:t>
            </a:r>
          </a:p>
        </p:txBody>
      </p:sp>
      <p:sp>
        <p:nvSpPr>
          <p:cNvPr id="2" name="Slide Number Placeholder 1">
            <a:extLst>
              <a:ext uri="{FF2B5EF4-FFF2-40B4-BE49-F238E27FC236}">
                <a16:creationId xmlns:a16="http://schemas.microsoft.com/office/drawing/2014/main" id="{542E48E5-0691-2080-06CC-8FA370A1B0DF}"/>
              </a:ext>
            </a:extLst>
          </p:cNvPr>
          <p:cNvSpPr>
            <a:spLocks noGrp="1"/>
          </p:cNvSpPr>
          <p:nvPr>
            <p:ph type="sldNum" sz="quarter" idx="12"/>
          </p:nvPr>
        </p:nvSpPr>
        <p:spPr/>
        <p:txBody>
          <a:bodyPr/>
          <a:lstStyle/>
          <a:p>
            <a:fld id="{65E208CD-2C40-4697-8091-AB3A287F18B9}" type="slidenum">
              <a:rPr lang="en-US" smtClean="0"/>
              <a:t>6</a:t>
            </a:fld>
            <a:endParaRPr lang="en-US"/>
          </a:p>
        </p:txBody>
      </p:sp>
      <p:sp>
        <p:nvSpPr>
          <p:cNvPr id="10" name="TextBox 9">
            <a:extLst>
              <a:ext uri="{FF2B5EF4-FFF2-40B4-BE49-F238E27FC236}">
                <a16:creationId xmlns:a16="http://schemas.microsoft.com/office/drawing/2014/main" id="{CFC2C8DE-A66E-96C8-217A-69B45BB9C66D}"/>
              </a:ext>
            </a:extLst>
          </p:cNvPr>
          <p:cNvSpPr txBox="1"/>
          <p:nvPr/>
        </p:nvSpPr>
        <p:spPr>
          <a:xfrm>
            <a:off x="827578" y="784307"/>
            <a:ext cx="9580403" cy="4715906"/>
          </a:xfrm>
          <a:prstGeom prst="rect">
            <a:avLst/>
          </a:prstGeom>
          <a:noFill/>
        </p:spPr>
        <p:txBody>
          <a:bodyPr wrap="square" rtlCol="0">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Principles of a Good Data Visualization</a:t>
            </a:r>
          </a:p>
          <a:p>
            <a:pPr>
              <a:lnSpc>
                <a:spcPct val="150000"/>
              </a:lnSpc>
            </a:pPr>
            <a:endParaRPr lang="en-US" sz="2000" b="1" dirty="0">
              <a:solidFill>
                <a:srgbClr val="05668D"/>
              </a:solidFill>
              <a:latin typeface="Poppins" panose="00000500000000000000" pitchFamily="2" charset="0"/>
              <a:cs typeface="Poppins" panose="00000500000000000000" pitchFamily="2" charset="0"/>
            </a:endParaRPr>
          </a:p>
          <a:p>
            <a:pPr>
              <a:lnSpc>
                <a:spcPct val="150000"/>
              </a:lnSpc>
            </a:pPr>
            <a:r>
              <a:rPr lang="en-US" dirty="0">
                <a:latin typeface="Poppins" panose="00000500000000000000" pitchFamily="2" charset="0"/>
                <a:cs typeface="Poppins" panose="00000500000000000000" pitchFamily="2" charset="0"/>
              </a:rPr>
              <a:t>Creating effective visualizations requires following certain principles to ensure clarity, accuracy, and impact. Below are key principles to keep in mind:</a:t>
            </a:r>
          </a:p>
          <a:p>
            <a:pPr marL="342900" indent="-342900">
              <a:lnSpc>
                <a:spcPct val="150000"/>
              </a:lnSpc>
              <a:buFont typeface="+mj-lt"/>
              <a:buAutoNum type="arabicPeriod"/>
            </a:pPr>
            <a:r>
              <a:rPr lang="en-US" b="1" dirty="0">
                <a:solidFill>
                  <a:srgbClr val="AF5A5A"/>
                </a:solidFill>
                <a:latin typeface="Poppins" panose="00000500000000000000" pitchFamily="2" charset="0"/>
                <a:cs typeface="Poppins" panose="00000500000000000000" pitchFamily="2" charset="0"/>
              </a:rPr>
              <a:t>Clarity – Keep It Simple &amp; Easy to Understand</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A good visualization should communicate insights instantly without requiring too much effort to interpret.</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Avoid unnecessary decorations, complex designs, or excessive colors that may distract from the data.</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Use clear labels, titles, and legends to guide the audience in understanding the chart.</a:t>
            </a:r>
          </a:p>
        </p:txBody>
      </p:sp>
    </p:spTree>
    <p:extLst>
      <p:ext uri="{BB962C8B-B14F-4D97-AF65-F5344CB8AC3E}">
        <p14:creationId xmlns:p14="http://schemas.microsoft.com/office/powerpoint/2010/main" val="2972154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0CEC8-1F57-9FEE-FA85-C69A0E5E1AE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D33FB8D-0ABB-EAF4-AADE-F8CAC6A3AF53}"/>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A7E83B5-50D7-32DB-C477-7EF135953DB7}"/>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D21DB5C-F9E8-AB6A-AC58-99B94BC37C56}"/>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1: Getting Started with Visualization in Excel</a:t>
            </a:r>
          </a:p>
        </p:txBody>
      </p:sp>
      <p:sp>
        <p:nvSpPr>
          <p:cNvPr id="2" name="Slide Number Placeholder 1">
            <a:extLst>
              <a:ext uri="{FF2B5EF4-FFF2-40B4-BE49-F238E27FC236}">
                <a16:creationId xmlns:a16="http://schemas.microsoft.com/office/drawing/2014/main" id="{81F6B0FF-BD56-C15B-94DC-E465FB11EDA8}"/>
              </a:ext>
            </a:extLst>
          </p:cNvPr>
          <p:cNvSpPr>
            <a:spLocks noGrp="1"/>
          </p:cNvSpPr>
          <p:nvPr>
            <p:ph type="sldNum" sz="quarter" idx="12"/>
          </p:nvPr>
        </p:nvSpPr>
        <p:spPr/>
        <p:txBody>
          <a:bodyPr/>
          <a:lstStyle/>
          <a:p>
            <a:fld id="{65E208CD-2C40-4697-8091-AB3A287F18B9}" type="slidenum">
              <a:rPr lang="en-US" smtClean="0"/>
              <a:t>7</a:t>
            </a:fld>
            <a:endParaRPr lang="en-US"/>
          </a:p>
        </p:txBody>
      </p:sp>
      <p:sp>
        <p:nvSpPr>
          <p:cNvPr id="10" name="TextBox 9">
            <a:extLst>
              <a:ext uri="{FF2B5EF4-FFF2-40B4-BE49-F238E27FC236}">
                <a16:creationId xmlns:a16="http://schemas.microsoft.com/office/drawing/2014/main" id="{DE3853F7-89BE-51F3-46AD-4D02EA216AA9}"/>
              </a:ext>
            </a:extLst>
          </p:cNvPr>
          <p:cNvSpPr txBox="1"/>
          <p:nvPr/>
        </p:nvSpPr>
        <p:spPr>
          <a:xfrm>
            <a:off x="827578" y="784307"/>
            <a:ext cx="9580403" cy="4300408"/>
          </a:xfrm>
          <a:prstGeom prst="rect">
            <a:avLst/>
          </a:prstGeom>
          <a:noFill/>
        </p:spPr>
        <p:txBody>
          <a:bodyPr wrap="square" rtlCol="0">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Principles of a Good Data Visualization</a:t>
            </a:r>
          </a:p>
          <a:p>
            <a:pPr>
              <a:lnSpc>
                <a:spcPct val="150000"/>
              </a:lnSpc>
            </a:pPr>
            <a:endParaRPr lang="en-US" sz="2000" b="1" dirty="0">
              <a:solidFill>
                <a:srgbClr val="05668D"/>
              </a:solidFill>
              <a:latin typeface="Poppins" panose="00000500000000000000" pitchFamily="2" charset="0"/>
              <a:cs typeface="Poppins" panose="00000500000000000000" pitchFamily="2" charset="0"/>
            </a:endParaRPr>
          </a:p>
          <a:p>
            <a:pPr>
              <a:lnSpc>
                <a:spcPct val="150000"/>
              </a:lnSpc>
            </a:pPr>
            <a:r>
              <a:rPr lang="en-US" b="1" dirty="0">
                <a:solidFill>
                  <a:srgbClr val="AF5A5A"/>
                </a:solidFill>
                <a:latin typeface="Poppins" panose="00000500000000000000" pitchFamily="2" charset="0"/>
                <a:cs typeface="Poppins" panose="00000500000000000000" pitchFamily="2" charset="0"/>
              </a:rPr>
              <a:t>2. Accuracy – Represent Data Truthfully</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Always use the right chart type to prevent misinterpretation. For example, a pie chart should only be used when the data represents parts of a whole.</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Ensure that axes and scales are consistent to avoid misleading conclusions (e.g., avoid truncating the Y-axis in bar charts, as it can distort comparisons).</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Avoid adding unnecessary 3D effects, as they can make it difficult to read accurate values..</a:t>
            </a:r>
          </a:p>
        </p:txBody>
      </p:sp>
    </p:spTree>
    <p:extLst>
      <p:ext uri="{BB962C8B-B14F-4D97-AF65-F5344CB8AC3E}">
        <p14:creationId xmlns:p14="http://schemas.microsoft.com/office/powerpoint/2010/main" val="471325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7356-E976-B2AC-5FF4-35BAE4D2122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C2B6A4A-ADDD-BF4A-67DE-128528C6FA93}"/>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E1D59F7-3723-A733-3020-79FFE2840C7E}"/>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5D06C33-4161-64A7-8EF8-19CACC340509}"/>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1: Getting Started with Visualization in Excel</a:t>
            </a:r>
          </a:p>
        </p:txBody>
      </p:sp>
      <p:sp>
        <p:nvSpPr>
          <p:cNvPr id="2" name="Slide Number Placeholder 1">
            <a:extLst>
              <a:ext uri="{FF2B5EF4-FFF2-40B4-BE49-F238E27FC236}">
                <a16:creationId xmlns:a16="http://schemas.microsoft.com/office/drawing/2014/main" id="{E6A31DC2-8352-33AC-B6D7-FF69059B93EC}"/>
              </a:ext>
            </a:extLst>
          </p:cNvPr>
          <p:cNvSpPr>
            <a:spLocks noGrp="1"/>
          </p:cNvSpPr>
          <p:nvPr>
            <p:ph type="sldNum" sz="quarter" idx="12"/>
          </p:nvPr>
        </p:nvSpPr>
        <p:spPr/>
        <p:txBody>
          <a:bodyPr/>
          <a:lstStyle/>
          <a:p>
            <a:fld id="{65E208CD-2C40-4697-8091-AB3A287F18B9}" type="slidenum">
              <a:rPr lang="en-US" smtClean="0"/>
              <a:t>8</a:t>
            </a:fld>
            <a:endParaRPr lang="en-US"/>
          </a:p>
        </p:txBody>
      </p:sp>
      <p:sp>
        <p:nvSpPr>
          <p:cNvPr id="10" name="TextBox 9">
            <a:extLst>
              <a:ext uri="{FF2B5EF4-FFF2-40B4-BE49-F238E27FC236}">
                <a16:creationId xmlns:a16="http://schemas.microsoft.com/office/drawing/2014/main" id="{CAE7E33E-57CA-0DBB-6771-32FB55AD7757}"/>
              </a:ext>
            </a:extLst>
          </p:cNvPr>
          <p:cNvSpPr txBox="1"/>
          <p:nvPr/>
        </p:nvSpPr>
        <p:spPr>
          <a:xfrm>
            <a:off x="827578" y="784307"/>
            <a:ext cx="9580403" cy="3838743"/>
          </a:xfrm>
          <a:prstGeom prst="rect">
            <a:avLst/>
          </a:prstGeom>
          <a:noFill/>
        </p:spPr>
        <p:txBody>
          <a:bodyPr wrap="square" rtlCol="0">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Principles of a Good Data Visualization</a:t>
            </a:r>
          </a:p>
          <a:p>
            <a:pPr>
              <a:lnSpc>
                <a:spcPct val="150000"/>
              </a:lnSpc>
            </a:pPr>
            <a:endParaRPr lang="en-US" b="1" dirty="0">
              <a:solidFill>
                <a:srgbClr val="05668D"/>
              </a:solidFill>
              <a:latin typeface="Poppins" panose="00000500000000000000" pitchFamily="2" charset="0"/>
              <a:cs typeface="Poppins" panose="00000500000000000000" pitchFamily="2" charset="0"/>
            </a:endParaRPr>
          </a:p>
          <a:p>
            <a:pPr>
              <a:lnSpc>
                <a:spcPct val="150000"/>
              </a:lnSpc>
            </a:pPr>
            <a:r>
              <a:rPr lang="en-US" b="1" dirty="0">
                <a:solidFill>
                  <a:srgbClr val="AF5A5A"/>
                </a:solidFill>
                <a:latin typeface="Poppins" panose="00000500000000000000" pitchFamily="2" charset="0"/>
                <a:cs typeface="Poppins" panose="00000500000000000000" pitchFamily="2" charset="0"/>
              </a:rPr>
              <a:t>3. Relevance – Focus on Key Insights</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Only include data that is relevant to the audience and the purpose of the visualization.</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Remove extra details that do not add value. Too much information in one chart can cause information overload.</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Ensure that the visualization answers a key question or tells a meaningful story.</a:t>
            </a:r>
          </a:p>
        </p:txBody>
      </p:sp>
    </p:spTree>
    <p:extLst>
      <p:ext uri="{BB962C8B-B14F-4D97-AF65-F5344CB8AC3E}">
        <p14:creationId xmlns:p14="http://schemas.microsoft.com/office/powerpoint/2010/main" val="1164860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04EB7-89A7-11E9-1214-99795611166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C4F393E-F0BF-0851-FD88-A28C80E8039F}"/>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A9F23ED-7CC0-ABA4-D326-07D8C0E5B377}"/>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4DAA72D-3E41-D945-6F0F-70F24936C7E0}"/>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1: Getting Started with Visualization in Excel</a:t>
            </a:r>
          </a:p>
        </p:txBody>
      </p:sp>
      <p:sp>
        <p:nvSpPr>
          <p:cNvPr id="2" name="Slide Number Placeholder 1">
            <a:extLst>
              <a:ext uri="{FF2B5EF4-FFF2-40B4-BE49-F238E27FC236}">
                <a16:creationId xmlns:a16="http://schemas.microsoft.com/office/drawing/2014/main" id="{72B43FBC-74A6-9253-05F5-DCF6760E6F45}"/>
              </a:ext>
            </a:extLst>
          </p:cNvPr>
          <p:cNvSpPr>
            <a:spLocks noGrp="1"/>
          </p:cNvSpPr>
          <p:nvPr>
            <p:ph type="sldNum" sz="quarter" idx="12"/>
          </p:nvPr>
        </p:nvSpPr>
        <p:spPr/>
        <p:txBody>
          <a:bodyPr/>
          <a:lstStyle/>
          <a:p>
            <a:fld id="{65E208CD-2C40-4697-8091-AB3A287F18B9}" type="slidenum">
              <a:rPr lang="en-US" smtClean="0"/>
              <a:t>9</a:t>
            </a:fld>
            <a:endParaRPr lang="en-US"/>
          </a:p>
        </p:txBody>
      </p:sp>
      <p:sp>
        <p:nvSpPr>
          <p:cNvPr id="10" name="TextBox 9">
            <a:extLst>
              <a:ext uri="{FF2B5EF4-FFF2-40B4-BE49-F238E27FC236}">
                <a16:creationId xmlns:a16="http://schemas.microsoft.com/office/drawing/2014/main" id="{F560B4DB-498C-AFE3-2AB6-047AA94590AD}"/>
              </a:ext>
            </a:extLst>
          </p:cNvPr>
          <p:cNvSpPr txBox="1"/>
          <p:nvPr/>
        </p:nvSpPr>
        <p:spPr>
          <a:xfrm>
            <a:off x="827578" y="784307"/>
            <a:ext cx="9580403" cy="4254242"/>
          </a:xfrm>
          <a:prstGeom prst="rect">
            <a:avLst/>
          </a:prstGeom>
          <a:noFill/>
        </p:spPr>
        <p:txBody>
          <a:bodyPr wrap="square" rtlCol="0">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Principles of a Good Data Visualization</a:t>
            </a:r>
          </a:p>
          <a:p>
            <a:pPr>
              <a:lnSpc>
                <a:spcPct val="150000"/>
              </a:lnSpc>
            </a:pPr>
            <a:endParaRPr lang="en-US" b="1" dirty="0">
              <a:solidFill>
                <a:srgbClr val="05668D"/>
              </a:solidFill>
              <a:latin typeface="Poppins" panose="00000500000000000000" pitchFamily="2" charset="0"/>
              <a:cs typeface="Poppins" panose="00000500000000000000" pitchFamily="2" charset="0"/>
            </a:endParaRPr>
          </a:p>
          <a:p>
            <a:pPr>
              <a:lnSpc>
                <a:spcPct val="150000"/>
              </a:lnSpc>
            </a:pPr>
            <a:r>
              <a:rPr lang="en-US" b="1" dirty="0">
                <a:solidFill>
                  <a:srgbClr val="AF5A5A"/>
                </a:solidFill>
                <a:latin typeface="Poppins" panose="00000500000000000000" pitchFamily="2" charset="0"/>
                <a:cs typeface="Poppins" panose="00000500000000000000" pitchFamily="2" charset="0"/>
              </a:rPr>
              <a:t>4. Proper Chart Selection – Use the Right Type of Visualization</a:t>
            </a:r>
          </a:p>
          <a:p>
            <a:pPr>
              <a:lnSpc>
                <a:spcPct val="150000"/>
              </a:lnSpc>
            </a:pPr>
            <a:r>
              <a:rPr lang="en-US" dirty="0">
                <a:latin typeface="Poppins" panose="00000500000000000000" pitchFamily="2" charset="0"/>
                <a:cs typeface="Poppins" panose="00000500000000000000" pitchFamily="2" charset="0"/>
              </a:rPr>
              <a:t>Choose the most appropriate chart type based on the type of data:</a:t>
            </a:r>
          </a:p>
          <a:p>
            <a:pPr marL="742950" lvl="1" indent="-285750">
              <a:lnSpc>
                <a:spcPct val="150000"/>
              </a:lnSpc>
              <a:buFont typeface="Arial" panose="020B0604020202020204" pitchFamily="34" charset="0"/>
              <a:buChar char="•"/>
            </a:pPr>
            <a:r>
              <a:rPr lang="en-US" b="1" dirty="0">
                <a:latin typeface="Poppins" panose="00000500000000000000" pitchFamily="2" charset="0"/>
                <a:cs typeface="Poppins" panose="00000500000000000000" pitchFamily="2" charset="0"/>
              </a:rPr>
              <a:t>Bar Chart </a:t>
            </a:r>
            <a:r>
              <a:rPr lang="en-US" dirty="0">
                <a:latin typeface="Poppins" panose="00000500000000000000" pitchFamily="2" charset="0"/>
                <a:cs typeface="Poppins" panose="00000500000000000000" pitchFamily="2" charset="0"/>
              </a:rPr>
              <a:t>– Best for comparisons (e.g., sales performance by region).</a:t>
            </a:r>
          </a:p>
          <a:p>
            <a:pPr marL="742950" lvl="1" indent="-285750">
              <a:lnSpc>
                <a:spcPct val="150000"/>
              </a:lnSpc>
              <a:buFont typeface="Arial" panose="020B0604020202020204" pitchFamily="34" charset="0"/>
              <a:buChar char="•"/>
            </a:pPr>
            <a:r>
              <a:rPr lang="en-US" b="1" dirty="0">
                <a:latin typeface="Poppins" panose="00000500000000000000" pitchFamily="2" charset="0"/>
                <a:cs typeface="Poppins" panose="00000500000000000000" pitchFamily="2" charset="0"/>
              </a:rPr>
              <a:t>Line Chart </a:t>
            </a:r>
            <a:r>
              <a:rPr lang="en-US" dirty="0">
                <a:latin typeface="Poppins" panose="00000500000000000000" pitchFamily="2" charset="0"/>
                <a:cs typeface="Poppins" panose="00000500000000000000" pitchFamily="2" charset="0"/>
              </a:rPr>
              <a:t>– Ideal for trends over time (e.g., revenue growth over months).</a:t>
            </a:r>
          </a:p>
          <a:p>
            <a:pPr marL="742950" lvl="1" indent="-285750">
              <a:lnSpc>
                <a:spcPct val="150000"/>
              </a:lnSpc>
              <a:buFont typeface="Arial" panose="020B0604020202020204" pitchFamily="34" charset="0"/>
              <a:buChar char="•"/>
            </a:pPr>
            <a:r>
              <a:rPr lang="en-US" b="1" dirty="0">
                <a:latin typeface="Poppins" panose="00000500000000000000" pitchFamily="2" charset="0"/>
                <a:cs typeface="Poppins" panose="00000500000000000000" pitchFamily="2" charset="0"/>
              </a:rPr>
              <a:t>Pie Chart </a:t>
            </a:r>
            <a:r>
              <a:rPr lang="en-US" dirty="0">
                <a:latin typeface="Poppins" panose="00000500000000000000" pitchFamily="2" charset="0"/>
                <a:cs typeface="Poppins" panose="00000500000000000000" pitchFamily="2" charset="0"/>
              </a:rPr>
              <a:t>– Used for proportions (but avoid if there are too many categories).</a:t>
            </a:r>
          </a:p>
          <a:p>
            <a:pPr marL="742950" lvl="1" indent="-285750">
              <a:lnSpc>
                <a:spcPct val="150000"/>
              </a:lnSpc>
              <a:buFont typeface="Arial" panose="020B0604020202020204" pitchFamily="34" charset="0"/>
              <a:buChar char="•"/>
            </a:pPr>
            <a:r>
              <a:rPr lang="en-US" b="1" dirty="0">
                <a:latin typeface="Poppins" panose="00000500000000000000" pitchFamily="2" charset="0"/>
                <a:cs typeface="Poppins" panose="00000500000000000000" pitchFamily="2" charset="0"/>
              </a:rPr>
              <a:t>Scatter Plot </a:t>
            </a:r>
            <a:r>
              <a:rPr lang="en-US" dirty="0">
                <a:latin typeface="Poppins" panose="00000500000000000000" pitchFamily="2" charset="0"/>
                <a:cs typeface="Poppins" panose="00000500000000000000" pitchFamily="2" charset="0"/>
              </a:rPr>
              <a:t>– Good for showing relationships between two variables.</a:t>
            </a:r>
          </a:p>
          <a:p>
            <a:pPr marL="742950" lvl="1" indent="-285750">
              <a:lnSpc>
                <a:spcPct val="150000"/>
              </a:lnSpc>
              <a:buFont typeface="Arial" panose="020B0604020202020204" pitchFamily="34" charset="0"/>
              <a:buChar char="•"/>
            </a:pPr>
            <a:r>
              <a:rPr lang="en-US" b="1" dirty="0">
                <a:latin typeface="Poppins" panose="00000500000000000000" pitchFamily="2" charset="0"/>
                <a:cs typeface="Poppins" panose="00000500000000000000" pitchFamily="2" charset="0"/>
              </a:rPr>
              <a:t>Pivot Charts </a:t>
            </a:r>
            <a:r>
              <a:rPr lang="en-US" dirty="0">
                <a:latin typeface="Poppins" panose="00000500000000000000" pitchFamily="2" charset="0"/>
                <a:cs typeface="Poppins" panose="00000500000000000000" pitchFamily="2" charset="0"/>
              </a:rPr>
              <a:t>– Great for dynamic data analysis and filtering..</a:t>
            </a:r>
          </a:p>
        </p:txBody>
      </p:sp>
    </p:spTree>
    <p:extLst>
      <p:ext uri="{BB962C8B-B14F-4D97-AF65-F5344CB8AC3E}">
        <p14:creationId xmlns:p14="http://schemas.microsoft.com/office/powerpoint/2010/main" val="2208484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A286F-97E8-C2C1-A1A0-49FD1652D94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6FE92E0-5563-D035-7C04-534CAB3C340C}"/>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5D13E1B-55AF-5457-3ED9-8857F8C6995D}"/>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894FDDE-EA97-90CA-1D29-9C37ED50E065}"/>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1: Getting Started with Visualization in Excel</a:t>
            </a:r>
          </a:p>
        </p:txBody>
      </p:sp>
      <p:sp>
        <p:nvSpPr>
          <p:cNvPr id="2" name="Slide Number Placeholder 1">
            <a:extLst>
              <a:ext uri="{FF2B5EF4-FFF2-40B4-BE49-F238E27FC236}">
                <a16:creationId xmlns:a16="http://schemas.microsoft.com/office/drawing/2014/main" id="{B4FEAE5B-B832-88B4-C9FC-34FAE216F41E}"/>
              </a:ext>
            </a:extLst>
          </p:cNvPr>
          <p:cNvSpPr>
            <a:spLocks noGrp="1"/>
          </p:cNvSpPr>
          <p:nvPr>
            <p:ph type="sldNum" sz="quarter" idx="12"/>
          </p:nvPr>
        </p:nvSpPr>
        <p:spPr/>
        <p:txBody>
          <a:bodyPr/>
          <a:lstStyle/>
          <a:p>
            <a:fld id="{65E208CD-2C40-4697-8091-AB3A287F18B9}" type="slidenum">
              <a:rPr lang="en-US" smtClean="0"/>
              <a:t>10</a:t>
            </a:fld>
            <a:endParaRPr lang="en-US"/>
          </a:p>
        </p:txBody>
      </p:sp>
      <p:sp>
        <p:nvSpPr>
          <p:cNvPr id="10" name="TextBox 9">
            <a:extLst>
              <a:ext uri="{FF2B5EF4-FFF2-40B4-BE49-F238E27FC236}">
                <a16:creationId xmlns:a16="http://schemas.microsoft.com/office/drawing/2014/main" id="{C9D62978-AFA5-C454-5D01-084848160230}"/>
              </a:ext>
            </a:extLst>
          </p:cNvPr>
          <p:cNvSpPr txBox="1"/>
          <p:nvPr/>
        </p:nvSpPr>
        <p:spPr>
          <a:xfrm>
            <a:off x="827578" y="784307"/>
            <a:ext cx="9580403" cy="3838743"/>
          </a:xfrm>
          <a:prstGeom prst="rect">
            <a:avLst/>
          </a:prstGeom>
          <a:noFill/>
        </p:spPr>
        <p:txBody>
          <a:bodyPr wrap="square" rtlCol="0">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Principles of a Good Data Visualization</a:t>
            </a:r>
          </a:p>
          <a:p>
            <a:pPr>
              <a:lnSpc>
                <a:spcPct val="150000"/>
              </a:lnSpc>
            </a:pPr>
            <a:endParaRPr lang="en-US" b="1" dirty="0">
              <a:solidFill>
                <a:srgbClr val="05668D"/>
              </a:solidFill>
              <a:latin typeface="Poppins" panose="00000500000000000000" pitchFamily="2" charset="0"/>
              <a:cs typeface="Poppins" panose="00000500000000000000" pitchFamily="2" charset="0"/>
            </a:endParaRPr>
          </a:p>
          <a:p>
            <a:pPr>
              <a:lnSpc>
                <a:spcPct val="150000"/>
              </a:lnSpc>
            </a:pPr>
            <a:r>
              <a:rPr lang="en-US" b="1" dirty="0">
                <a:solidFill>
                  <a:srgbClr val="AF5A5A"/>
                </a:solidFill>
                <a:latin typeface="Poppins" panose="00000500000000000000" pitchFamily="2" charset="0"/>
                <a:cs typeface="Poppins" panose="00000500000000000000" pitchFamily="2" charset="0"/>
              </a:rPr>
              <a:t>5. Use of Colors Wisely</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Colors should enhance readability, not cause confusion.</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Use contrasting colors for different categories but avoid using too many colors in one chart.</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Maintain consistency in color coding (e.g., using the same color for the same product category across different charts).</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Be mindful of color blindness—use accessible color schemes.</a:t>
            </a:r>
          </a:p>
        </p:txBody>
      </p:sp>
    </p:spTree>
    <p:extLst>
      <p:ext uri="{BB962C8B-B14F-4D97-AF65-F5344CB8AC3E}">
        <p14:creationId xmlns:p14="http://schemas.microsoft.com/office/powerpoint/2010/main" val="4024807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08E82-2C62-CADF-AC2B-94A75B8380C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4274567-1748-BE43-AC2E-01E230F79455}"/>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E4FC88-D13E-4A50-EB0C-DFCBD7A61087}"/>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1196BF6-D3E1-00DB-6EB1-E3779A175B06}"/>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1: Getting Started with Visualization in Excel</a:t>
            </a:r>
          </a:p>
        </p:txBody>
      </p:sp>
      <p:sp>
        <p:nvSpPr>
          <p:cNvPr id="2" name="Slide Number Placeholder 1">
            <a:extLst>
              <a:ext uri="{FF2B5EF4-FFF2-40B4-BE49-F238E27FC236}">
                <a16:creationId xmlns:a16="http://schemas.microsoft.com/office/drawing/2014/main" id="{0C2C35D4-5E47-0084-65C1-93EEF9CDAC5F}"/>
              </a:ext>
            </a:extLst>
          </p:cNvPr>
          <p:cNvSpPr>
            <a:spLocks noGrp="1"/>
          </p:cNvSpPr>
          <p:nvPr>
            <p:ph type="sldNum" sz="quarter" idx="12"/>
          </p:nvPr>
        </p:nvSpPr>
        <p:spPr/>
        <p:txBody>
          <a:bodyPr/>
          <a:lstStyle/>
          <a:p>
            <a:fld id="{65E208CD-2C40-4697-8091-AB3A287F18B9}" type="slidenum">
              <a:rPr lang="en-US" smtClean="0"/>
              <a:t>11</a:t>
            </a:fld>
            <a:endParaRPr lang="en-US"/>
          </a:p>
        </p:txBody>
      </p:sp>
      <p:sp>
        <p:nvSpPr>
          <p:cNvPr id="10" name="TextBox 9">
            <a:extLst>
              <a:ext uri="{FF2B5EF4-FFF2-40B4-BE49-F238E27FC236}">
                <a16:creationId xmlns:a16="http://schemas.microsoft.com/office/drawing/2014/main" id="{65461EDA-4A18-4481-3ECB-44B7D3923153}"/>
              </a:ext>
            </a:extLst>
          </p:cNvPr>
          <p:cNvSpPr txBox="1"/>
          <p:nvPr/>
        </p:nvSpPr>
        <p:spPr>
          <a:xfrm>
            <a:off x="737041" y="622677"/>
            <a:ext cx="10925807" cy="5916235"/>
          </a:xfrm>
          <a:prstGeom prst="rect">
            <a:avLst/>
          </a:prstGeom>
          <a:noFill/>
        </p:spPr>
        <p:txBody>
          <a:bodyPr wrap="square" rtlCol="0">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Principles of a Good Data Visualization</a:t>
            </a:r>
          </a:p>
          <a:p>
            <a:pPr>
              <a:lnSpc>
                <a:spcPct val="150000"/>
              </a:lnSpc>
            </a:pPr>
            <a:endParaRPr lang="en-US" b="1" dirty="0">
              <a:solidFill>
                <a:srgbClr val="05668D"/>
              </a:solidFill>
              <a:latin typeface="Poppins" panose="00000500000000000000" pitchFamily="2" charset="0"/>
              <a:cs typeface="Poppins" panose="00000500000000000000" pitchFamily="2" charset="0"/>
            </a:endParaRPr>
          </a:p>
          <a:p>
            <a:pPr>
              <a:lnSpc>
                <a:spcPct val="150000"/>
              </a:lnSpc>
            </a:pPr>
            <a:r>
              <a:rPr lang="en-US" b="1" dirty="0">
                <a:solidFill>
                  <a:srgbClr val="AF5A5A"/>
                </a:solidFill>
                <a:latin typeface="Poppins" panose="00000500000000000000" pitchFamily="2" charset="0"/>
                <a:cs typeface="Poppins" panose="00000500000000000000" pitchFamily="2" charset="0"/>
              </a:rPr>
              <a:t>6. Labels, Titles, and Legends – Ensure Readability</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Every chart should have a clear and descriptive title that explains what the visualization represents.</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Use data labels and axis labels to make the chart easy to understand.</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If using multiple categories, include a legend to clarify what each color or line represents.</a:t>
            </a:r>
          </a:p>
          <a:p>
            <a:pPr>
              <a:lnSpc>
                <a:spcPct val="150000"/>
              </a:lnSpc>
            </a:pPr>
            <a:endParaRPr lang="en-US" dirty="0">
              <a:latin typeface="Poppins" panose="00000500000000000000" pitchFamily="2" charset="0"/>
              <a:cs typeface="Poppins" panose="00000500000000000000" pitchFamily="2" charset="0"/>
            </a:endParaRPr>
          </a:p>
          <a:p>
            <a:pPr>
              <a:lnSpc>
                <a:spcPct val="150000"/>
              </a:lnSpc>
            </a:pPr>
            <a:r>
              <a:rPr lang="en-US" b="1" dirty="0">
                <a:solidFill>
                  <a:srgbClr val="AF5A5A"/>
                </a:solidFill>
                <a:latin typeface="Poppins" panose="00000500000000000000" pitchFamily="2" charset="0"/>
                <a:cs typeface="Poppins" panose="00000500000000000000" pitchFamily="2" charset="0"/>
              </a:rPr>
              <a:t>7. Interactivity (For Dashboards &amp; Pivot Charts)</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If creating dashboards in Excel, add interactive elements like slicers, filters, or drop-downs to allow users to explore data dynamically.</a:t>
            </a:r>
          </a:p>
          <a:p>
            <a:pPr marL="742950" lvl="1" indent="-285750">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Pivot Charts are useful because they update automatically when data changes, making them ideal for real-time insights.</a:t>
            </a:r>
          </a:p>
        </p:txBody>
      </p:sp>
    </p:spTree>
    <p:extLst>
      <p:ext uri="{BB962C8B-B14F-4D97-AF65-F5344CB8AC3E}">
        <p14:creationId xmlns:p14="http://schemas.microsoft.com/office/powerpoint/2010/main" val="2950415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0BFA9-987B-F509-6B9E-203919AE69D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E373FC3-80AF-BE24-4933-639F52741786}"/>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C732CDE-ED0F-9FD7-119B-1CA266F2EBD8}"/>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0810800-B2A4-B370-7BFA-38825C6E3D92}"/>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2: Creating Charts in Excel</a:t>
            </a:r>
          </a:p>
        </p:txBody>
      </p:sp>
      <p:sp>
        <p:nvSpPr>
          <p:cNvPr id="2" name="Slide Number Placeholder 1">
            <a:extLst>
              <a:ext uri="{FF2B5EF4-FFF2-40B4-BE49-F238E27FC236}">
                <a16:creationId xmlns:a16="http://schemas.microsoft.com/office/drawing/2014/main" id="{029C4CD1-BD17-7989-D95B-B019A9477B36}"/>
              </a:ext>
            </a:extLst>
          </p:cNvPr>
          <p:cNvSpPr>
            <a:spLocks noGrp="1"/>
          </p:cNvSpPr>
          <p:nvPr>
            <p:ph type="sldNum" sz="quarter" idx="12"/>
          </p:nvPr>
        </p:nvSpPr>
        <p:spPr/>
        <p:txBody>
          <a:bodyPr/>
          <a:lstStyle/>
          <a:p>
            <a:fld id="{65E208CD-2C40-4697-8091-AB3A287F18B9}" type="slidenum">
              <a:rPr lang="en-US" smtClean="0"/>
              <a:t>12</a:t>
            </a:fld>
            <a:endParaRPr lang="en-US"/>
          </a:p>
        </p:txBody>
      </p:sp>
      <p:sp>
        <p:nvSpPr>
          <p:cNvPr id="10" name="TextBox 9">
            <a:extLst>
              <a:ext uri="{FF2B5EF4-FFF2-40B4-BE49-F238E27FC236}">
                <a16:creationId xmlns:a16="http://schemas.microsoft.com/office/drawing/2014/main" id="{732E18FD-E84B-866B-6CEB-D5CA38E44947}"/>
              </a:ext>
            </a:extLst>
          </p:cNvPr>
          <p:cNvSpPr txBox="1"/>
          <p:nvPr/>
        </p:nvSpPr>
        <p:spPr>
          <a:xfrm>
            <a:off x="737041" y="677081"/>
            <a:ext cx="10925807" cy="1852815"/>
          </a:xfrm>
          <a:prstGeom prst="rect">
            <a:avLst/>
          </a:prstGeom>
          <a:noFill/>
        </p:spPr>
        <p:txBody>
          <a:bodyPr wrap="square" rtlCol="0">
            <a:spAutoFit/>
          </a:bodyPr>
          <a:lstStyle/>
          <a:p>
            <a:pPr>
              <a:lnSpc>
                <a:spcPct val="200000"/>
              </a:lnSpc>
            </a:pPr>
            <a:r>
              <a:rPr lang="en-US" sz="2000" dirty="0">
                <a:latin typeface="Poppins" panose="00000500000000000000" pitchFamily="2" charset="0"/>
                <a:cs typeface="Poppins" panose="00000500000000000000" pitchFamily="2" charset="0"/>
              </a:rPr>
              <a:t>Charts help visualize data in a meaningful way, making it easier to analyze trends, patterns, and relationships. Before creating a chart, it's crucial to choose the right chart type based on the data you want to represent.</a:t>
            </a:r>
          </a:p>
        </p:txBody>
      </p:sp>
    </p:spTree>
    <p:extLst>
      <p:ext uri="{BB962C8B-B14F-4D97-AF65-F5344CB8AC3E}">
        <p14:creationId xmlns:p14="http://schemas.microsoft.com/office/powerpoint/2010/main" val="3790222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35EB5-46FA-18C1-248C-141F2C4F23A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E821544-8857-CD4A-D061-58D949E8A049}"/>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49FF21A-EAC7-6DF1-6644-231A45768728}"/>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C390C70-D498-0564-7D9C-F6FBC93442A4}"/>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2: Creating Charts in Excel</a:t>
            </a:r>
          </a:p>
        </p:txBody>
      </p:sp>
      <p:sp>
        <p:nvSpPr>
          <p:cNvPr id="2" name="Slide Number Placeholder 1">
            <a:extLst>
              <a:ext uri="{FF2B5EF4-FFF2-40B4-BE49-F238E27FC236}">
                <a16:creationId xmlns:a16="http://schemas.microsoft.com/office/drawing/2014/main" id="{C96AE08B-8A24-BD09-FD85-0BDB4E075378}"/>
              </a:ext>
            </a:extLst>
          </p:cNvPr>
          <p:cNvSpPr>
            <a:spLocks noGrp="1"/>
          </p:cNvSpPr>
          <p:nvPr>
            <p:ph type="sldNum" sz="quarter" idx="12"/>
          </p:nvPr>
        </p:nvSpPr>
        <p:spPr/>
        <p:txBody>
          <a:bodyPr/>
          <a:lstStyle/>
          <a:p>
            <a:fld id="{65E208CD-2C40-4697-8091-AB3A287F18B9}" type="slidenum">
              <a:rPr lang="en-US" smtClean="0"/>
              <a:t>13</a:t>
            </a:fld>
            <a:endParaRPr lang="en-US"/>
          </a:p>
        </p:txBody>
      </p:sp>
      <p:pic>
        <p:nvPicPr>
          <p:cNvPr id="4" name="Picture 3">
            <a:extLst>
              <a:ext uri="{FF2B5EF4-FFF2-40B4-BE49-F238E27FC236}">
                <a16:creationId xmlns:a16="http://schemas.microsoft.com/office/drawing/2014/main" id="{723E939F-F645-65D3-B869-35D1B6885D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816" y="786096"/>
            <a:ext cx="10748889" cy="5285807"/>
          </a:xfrm>
          <a:prstGeom prst="rect">
            <a:avLst/>
          </a:prstGeom>
        </p:spPr>
      </p:pic>
    </p:spTree>
    <p:extLst>
      <p:ext uri="{BB962C8B-B14F-4D97-AF65-F5344CB8AC3E}">
        <p14:creationId xmlns:p14="http://schemas.microsoft.com/office/powerpoint/2010/main" val="1659453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9D097-E47B-7705-877B-0292E7BBEDE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A18A5DC-FAA8-6C06-A323-7C4F468546D4}"/>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7DDE09E-FC8D-5BEC-19C6-E0ADBCBC8C04}"/>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902433E-0A7F-9070-3B1D-68C4A404131E}"/>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2: Creating Charts in Excel</a:t>
            </a:r>
          </a:p>
        </p:txBody>
      </p:sp>
      <p:sp>
        <p:nvSpPr>
          <p:cNvPr id="2" name="Slide Number Placeholder 1">
            <a:extLst>
              <a:ext uri="{FF2B5EF4-FFF2-40B4-BE49-F238E27FC236}">
                <a16:creationId xmlns:a16="http://schemas.microsoft.com/office/drawing/2014/main" id="{793CB805-0571-298A-2225-CC25804B1CF6}"/>
              </a:ext>
            </a:extLst>
          </p:cNvPr>
          <p:cNvSpPr>
            <a:spLocks noGrp="1"/>
          </p:cNvSpPr>
          <p:nvPr>
            <p:ph type="sldNum" sz="quarter" idx="12"/>
          </p:nvPr>
        </p:nvSpPr>
        <p:spPr/>
        <p:txBody>
          <a:bodyPr/>
          <a:lstStyle/>
          <a:p>
            <a:fld id="{65E208CD-2C40-4697-8091-AB3A287F18B9}" type="slidenum">
              <a:rPr lang="en-US" smtClean="0"/>
              <a:t>14</a:t>
            </a:fld>
            <a:endParaRPr lang="en-US"/>
          </a:p>
        </p:txBody>
      </p:sp>
      <p:sp>
        <p:nvSpPr>
          <p:cNvPr id="10" name="TextBox 9">
            <a:extLst>
              <a:ext uri="{FF2B5EF4-FFF2-40B4-BE49-F238E27FC236}">
                <a16:creationId xmlns:a16="http://schemas.microsoft.com/office/drawing/2014/main" id="{12A723E8-19B5-0286-CE4D-9C6226E1244A}"/>
              </a:ext>
            </a:extLst>
          </p:cNvPr>
          <p:cNvSpPr txBox="1"/>
          <p:nvPr/>
        </p:nvSpPr>
        <p:spPr>
          <a:xfrm>
            <a:off x="737041" y="1915128"/>
            <a:ext cx="10925807" cy="4205703"/>
          </a:xfrm>
          <a:prstGeom prst="rect">
            <a:avLst/>
          </a:prstGeom>
          <a:noFill/>
        </p:spPr>
        <p:txBody>
          <a:bodyPr wrap="square" rtlCol="0">
            <a:spAutoFit/>
          </a:bodyPr>
          <a:lstStyle/>
          <a:p>
            <a:pPr>
              <a:lnSpc>
                <a:spcPct val="150000"/>
              </a:lnSpc>
            </a:pPr>
            <a:r>
              <a:rPr lang="en-US" b="1" dirty="0">
                <a:solidFill>
                  <a:srgbClr val="AF5A5A"/>
                </a:solidFill>
                <a:latin typeface="Poppins" panose="00000500000000000000" pitchFamily="2" charset="0"/>
                <a:cs typeface="Poppins" panose="00000500000000000000" pitchFamily="2" charset="0"/>
              </a:rPr>
              <a:t>1. Column &amp; Bar Charts (For Comparisons)</a:t>
            </a:r>
          </a:p>
          <a:p>
            <a:pPr lvl="1">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Use when you want to compare values across different categories.</a:t>
            </a:r>
          </a:p>
          <a:p>
            <a:pPr lvl="1">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Best for sales reports, performance analysis, and categorical comparisons.</a:t>
            </a:r>
          </a:p>
          <a:p>
            <a:pPr lvl="1">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Example: Comparing sales revenue across different regions.</a:t>
            </a:r>
          </a:p>
          <a:p>
            <a:pPr>
              <a:lnSpc>
                <a:spcPct val="150000"/>
              </a:lnSpc>
            </a:pPr>
            <a:r>
              <a:rPr lang="en-US" b="1" dirty="0">
                <a:latin typeface="Poppins" panose="00000500000000000000" pitchFamily="2" charset="0"/>
                <a:cs typeface="Poppins" panose="00000500000000000000" pitchFamily="2" charset="0"/>
              </a:rPr>
              <a:t>Column Chart:</a:t>
            </a:r>
            <a:r>
              <a:rPr lang="en-US" dirty="0">
                <a:latin typeface="Poppins" panose="00000500000000000000" pitchFamily="2" charset="0"/>
                <a:cs typeface="Poppins" panose="00000500000000000000" pitchFamily="2" charset="0"/>
              </a:rPr>
              <a:t> Uses vertical bars to compare values.</a:t>
            </a:r>
            <a:br>
              <a:rPr lang="en-US" dirty="0">
                <a:latin typeface="Poppins" panose="00000500000000000000" pitchFamily="2" charset="0"/>
                <a:cs typeface="Poppins" panose="00000500000000000000" pitchFamily="2" charset="0"/>
              </a:rPr>
            </a:br>
            <a:r>
              <a:rPr lang="en-US" b="1" dirty="0">
                <a:latin typeface="Poppins" panose="00000500000000000000" pitchFamily="2" charset="0"/>
                <a:cs typeface="Poppins" panose="00000500000000000000" pitchFamily="2" charset="0"/>
              </a:rPr>
              <a:t>Bar Chart:</a:t>
            </a:r>
            <a:r>
              <a:rPr lang="en-US" dirty="0">
                <a:latin typeface="Poppins" panose="00000500000000000000" pitchFamily="2" charset="0"/>
                <a:cs typeface="Poppins" panose="00000500000000000000" pitchFamily="2" charset="0"/>
              </a:rPr>
              <a:t> Uses horizontal bars (better for long category names).</a:t>
            </a:r>
          </a:p>
          <a:p>
            <a:pPr>
              <a:lnSpc>
                <a:spcPct val="150000"/>
              </a:lnSpc>
            </a:pPr>
            <a:endParaRPr lang="en-US" dirty="0">
              <a:latin typeface="Poppins" panose="00000500000000000000" pitchFamily="2" charset="0"/>
              <a:cs typeface="Poppins" panose="00000500000000000000" pitchFamily="2" charset="0"/>
            </a:endParaRPr>
          </a:p>
          <a:p>
            <a:pPr>
              <a:lnSpc>
                <a:spcPct val="150000"/>
              </a:lnSpc>
            </a:pPr>
            <a:r>
              <a:rPr lang="en-US" b="1" dirty="0">
                <a:latin typeface="Poppins" panose="00000500000000000000" pitchFamily="2" charset="0"/>
                <a:cs typeface="Poppins" panose="00000500000000000000" pitchFamily="2" charset="0"/>
              </a:rPr>
              <a:t>How to create in Excel:</a:t>
            </a:r>
            <a:endParaRPr lang="en-US" dirty="0">
              <a:latin typeface="Poppins" panose="00000500000000000000" pitchFamily="2" charset="0"/>
              <a:cs typeface="Poppins" panose="00000500000000000000" pitchFamily="2" charset="0"/>
            </a:endParaRPr>
          </a:p>
          <a:p>
            <a:pPr>
              <a:lnSpc>
                <a:spcPct val="150000"/>
              </a:lnSpc>
              <a:buFont typeface="+mj-lt"/>
              <a:buAutoNum type="arabicPeriod"/>
            </a:pPr>
            <a:r>
              <a:rPr lang="en-US" dirty="0">
                <a:latin typeface="Poppins" panose="00000500000000000000" pitchFamily="2" charset="0"/>
                <a:cs typeface="Poppins" panose="00000500000000000000" pitchFamily="2" charset="0"/>
              </a:rPr>
              <a:t>Select your data (e.g., product categories and sales figures).</a:t>
            </a:r>
          </a:p>
          <a:p>
            <a:pPr>
              <a:lnSpc>
                <a:spcPct val="150000"/>
              </a:lnSpc>
              <a:buFont typeface="+mj-lt"/>
              <a:buAutoNum type="arabicPeriod"/>
            </a:pPr>
            <a:r>
              <a:rPr lang="en-US" dirty="0">
                <a:latin typeface="Poppins" panose="00000500000000000000" pitchFamily="2" charset="0"/>
                <a:cs typeface="Poppins" panose="00000500000000000000" pitchFamily="2" charset="0"/>
              </a:rPr>
              <a:t>Go to </a:t>
            </a:r>
            <a:r>
              <a:rPr lang="en-US" b="1" dirty="0">
                <a:latin typeface="Poppins" panose="00000500000000000000" pitchFamily="2" charset="0"/>
                <a:cs typeface="Poppins" panose="00000500000000000000" pitchFamily="2" charset="0"/>
              </a:rPr>
              <a:t>Insert</a:t>
            </a:r>
            <a:r>
              <a:rPr lang="en-US" dirty="0">
                <a:latin typeface="Poppins" panose="00000500000000000000" pitchFamily="2" charset="0"/>
                <a:cs typeface="Poppins" panose="00000500000000000000" pitchFamily="2" charset="0"/>
              </a:rPr>
              <a:t> → </a:t>
            </a:r>
            <a:r>
              <a:rPr lang="en-US" b="1" dirty="0">
                <a:latin typeface="Poppins" panose="00000500000000000000" pitchFamily="2" charset="0"/>
                <a:cs typeface="Poppins" panose="00000500000000000000" pitchFamily="2" charset="0"/>
              </a:rPr>
              <a:t>Column or Bar Chart</a:t>
            </a:r>
            <a:r>
              <a:rPr lang="en-US" dirty="0">
                <a:latin typeface="Poppins" panose="00000500000000000000" pitchFamily="2" charset="0"/>
                <a:cs typeface="Poppins" panose="00000500000000000000" pitchFamily="2" charset="0"/>
              </a:rPr>
              <a:t> → Choose your preferred style.</a:t>
            </a:r>
          </a:p>
        </p:txBody>
      </p:sp>
      <p:sp>
        <p:nvSpPr>
          <p:cNvPr id="4" name="TextBox 3">
            <a:extLst>
              <a:ext uri="{FF2B5EF4-FFF2-40B4-BE49-F238E27FC236}">
                <a16:creationId xmlns:a16="http://schemas.microsoft.com/office/drawing/2014/main" id="{BC53A4DF-FA69-0A71-DA3C-4D3CD89A7869}"/>
              </a:ext>
            </a:extLst>
          </p:cNvPr>
          <p:cNvSpPr txBox="1"/>
          <p:nvPr/>
        </p:nvSpPr>
        <p:spPr>
          <a:xfrm>
            <a:off x="604911" y="585899"/>
            <a:ext cx="10925807" cy="1345753"/>
          </a:xfrm>
          <a:prstGeom prst="rect">
            <a:avLst/>
          </a:prstGeom>
          <a:noFill/>
        </p:spPr>
        <p:txBody>
          <a:bodyPr wrap="square">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Choosing the Right Chart for Your Data</a:t>
            </a:r>
          </a:p>
          <a:p>
            <a:pPr>
              <a:lnSpc>
                <a:spcPct val="150000"/>
              </a:lnSpc>
            </a:pPr>
            <a:r>
              <a:rPr lang="en-US" dirty="0">
                <a:latin typeface="Poppins" panose="00000500000000000000" pitchFamily="2" charset="0"/>
                <a:cs typeface="Poppins" panose="00000500000000000000" pitchFamily="2" charset="0"/>
              </a:rPr>
              <a:t>Different types of charts serve different purposes. Below are the most common Excel charts and when to use them.</a:t>
            </a:r>
          </a:p>
        </p:txBody>
      </p:sp>
    </p:spTree>
    <p:extLst>
      <p:ext uri="{BB962C8B-B14F-4D97-AF65-F5344CB8AC3E}">
        <p14:creationId xmlns:p14="http://schemas.microsoft.com/office/powerpoint/2010/main" val="229555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16ACE-E100-03CD-A772-D32C42089A7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2E93376-5596-D00D-E7E5-D9CA6A9F8856}"/>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8C98C3A-0938-BEE2-88D1-BC2C116A893D}"/>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401381D-B0C6-E670-7138-C79115F52A64}"/>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2: Creating Charts in Excel</a:t>
            </a:r>
          </a:p>
        </p:txBody>
      </p:sp>
      <p:sp>
        <p:nvSpPr>
          <p:cNvPr id="2" name="Slide Number Placeholder 1">
            <a:extLst>
              <a:ext uri="{FF2B5EF4-FFF2-40B4-BE49-F238E27FC236}">
                <a16:creationId xmlns:a16="http://schemas.microsoft.com/office/drawing/2014/main" id="{EC670C74-6DBC-12E5-6477-5288860DE034}"/>
              </a:ext>
            </a:extLst>
          </p:cNvPr>
          <p:cNvSpPr>
            <a:spLocks noGrp="1"/>
          </p:cNvSpPr>
          <p:nvPr>
            <p:ph type="sldNum" sz="quarter" idx="12"/>
          </p:nvPr>
        </p:nvSpPr>
        <p:spPr/>
        <p:txBody>
          <a:bodyPr/>
          <a:lstStyle/>
          <a:p>
            <a:fld id="{65E208CD-2C40-4697-8091-AB3A287F18B9}" type="slidenum">
              <a:rPr lang="en-US" smtClean="0"/>
              <a:t>15</a:t>
            </a:fld>
            <a:endParaRPr lang="en-US"/>
          </a:p>
        </p:txBody>
      </p:sp>
      <p:sp>
        <p:nvSpPr>
          <p:cNvPr id="10" name="TextBox 9">
            <a:extLst>
              <a:ext uri="{FF2B5EF4-FFF2-40B4-BE49-F238E27FC236}">
                <a16:creationId xmlns:a16="http://schemas.microsoft.com/office/drawing/2014/main" id="{E3A47AB7-AC1C-AA30-B010-39BFD0B1EDD6}"/>
              </a:ext>
            </a:extLst>
          </p:cNvPr>
          <p:cNvSpPr txBox="1"/>
          <p:nvPr/>
        </p:nvSpPr>
        <p:spPr>
          <a:xfrm>
            <a:off x="737041" y="1030848"/>
            <a:ext cx="10925807" cy="3894079"/>
          </a:xfrm>
          <a:prstGeom prst="rect">
            <a:avLst/>
          </a:prstGeom>
          <a:noFill/>
        </p:spPr>
        <p:txBody>
          <a:bodyPr wrap="square" rtlCol="0">
            <a:spAutoFit/>
          </a:bodyPr>
          <a:lstStyle/>
          <a:p>
            <a:pPr>
              <a:lnSpc>
                <a:spcPct val="200000"/>
              </a:lnSpc>
            </a:pPr>
            <a:r>
              <a:rPr lang="en-US" b="1" dirty="0">
                <a:latin typeface="Poppins" panose="00000500000000000000" pitchFamily="2" charset="0"/>
                <a:cs typeface="Poppins" panose="00000500000000000000" pitchFamily="2" charset="0"/>
              </a:rPr>
              <a:t>2. Line Chart (For Trends Over Time)</a:t>
            </a:r>
          </a:p>
          <a:p>
            <a:pPr lvl="1">
              <a:lnSpc>
                <a:spcPct val="200000"/>
              </a:lnSpc>
              <a:buFont typeface="Arial" panose="020B0604020202020204" pitchFamily="34" charset="0"/>
              <a:buChar char="•"/>
            </a:pPr>
            <a:r>
              <a:rPr lang="en-US" dirty="0">
                <a:latin typeface="Poppins" panose="00000500000000000000" pitchFamily="2" charset="0"/>
                <a:cs typeface="Poppins" panose="00000500000000000000" pitchFamily="2" charset="0"/>
              </a:rPr>
              <a:t>Use when you want to show trends, growth, or decline over a period.</a:t>
            </a:r>
          </a:p>
          <a:p>
            <a:pPr lvl="1">
              <a:lnSpc>
                <a:spcPct val="200000"/>
              </a:lnSpc>
              <a:buFont typeface="Arial" panose="020B0604020202020204" pitchFamily="34" charset="0"/>
              <a:buChar char="•"/>
            </a:pPr>
            <a:r>
              <a:rPr lang="en-US" dirty="0">
                <a:latin typeface="Poppins" panose="00000500000000000000" pitchFamily="2" charset="0"/>
                <a:cs typeface="Poppins" panose="00000500000000000000" pitchFamily="2" charset="0"/>
              </a:rPr>
              <a:t>Best for financial reports, stock prices, temperature changes, and time-series data.</a:t>
            </a:r>
          </a:p>
          <a:p>
            <a:pPr lvl="1">
              <a:lnSpc>
                <a:spcPct val="200000"/>
              </a:lnSpc>
              <a:buFont typeface="Arial" panose="020B0604020202020204" pitchFamily="34" charset="0"/>
              <a:buChar char="•"/>
            </a:pPr>
            <a:r>
              <a:rPr lang="en-US" dirty="0">
                <a:latin typeface="Poppins" panose="00000500000000000000" pitchFamily="2" charset="0"/>
                <a:cs typeface="Poppins" panose="00000500000000000000" pitchFamily="2" charset="0"/>
              </a:rPr>
              <a:t>Example: Tracking monthly revenue growth over a year.</a:t>
            </a:r>
          </a:p>
          <a:p>
            <a:pPr>
              <a:lnSpc>
                <a:spcPct val="200000"/>
              </a:lnSpc>
            </a:pPr>
            <a:r>
              <a:rPr lang="en-US" b="1" dirty="0">
                <a:latin typeface="Poppins" panose="00000500000000000000" pitchFamily="2" charset="0"/>
                <a:cs typeface="Poppins" panose="00000500000000000000" pitchFamily="2" charset="0"/>
              </a:rPr>
              <a:t>How to create in Excel:</a:t>
            </a:r>
            <a:endParaRPr lang="en-US" dirty="0">
              <a:latin typeface="Poppins" panose="00000500000000000000" pitchFamily="2" charset="0"/>
              <a:cs typeface="Poppins" panose="00000500000000000000" pitchFamily="2" charset="0"/>
            </a:endParaRPr>
          </a:p>
          <a:p>
            <a:pPr>
              <a:lnSpc>
                <a:spcPct val="200000"/>
              </a:lnSpc>
              <a:buFont typeface="+mj-lt"/>
              <a:buAutoNum type="arabicPeriod"/>
            </a:pPr>
            <a:r>
              <a:rPr lang="en-US" dirty="0">
                <a:latin typeface="Poppins" panose="00000500000000000000" pitchFamily="2" charset="0"/>
                <a:cs typeface="Poppins" panose="00000500000000000000" pitchFamily="2" charset="0"/>
              </a:rPr>
              <a:t>Select your data (e.g., months and sales figures).</a:t>
            </a:r>
          </a:p>
          <a:p>
            <a:pPr>
              <a:lnSpc>
                <a:spcPct val="200000"/>
              </a:lnSpc>
              <a:buFont typeface="+mj-lt"/>
              <a:buAutoNum type="arabicPeriod"/>
            </a:pPr>
            <a:r>
              <a:rPr lang="en-US" dirty="0">
                <a:latin typeface="Poppins" panose="00000500000000000000" pitchFamily="2" charset="0"/>
                <a:cs typeface="Poppins" panose="00000500000000000000" pitchFamily="2" charset="0"/>
              </a:rPr>
              <a:t>Go to </a:t>
            </a:r>
            <a:r>
              <a:rPr lang="en-US" b="1" dirty="0">
                <a:latin typeface="Poppins" panose="00000500000000000000" pitchFamily="2" charset="0"/>
                <a:cs typeface="Poppins" panose="00000500000000000000" pitchFamily="2" charset="0"/>
              </a:rPr>
              <a:t>Insert</a:t>
            </a:r>
            <a:r>
              <a:rPr lang="en-US" dirty="0">
                <a:latin typeface="Poppins" panose="00000500000000000000" pitchFamily="2" charset="0"/>
                <a:cs typeface="Poppins" panose="00000500000000000000" pitchFamily="2" charset="0"/>
              </a:rPr>
              <a:t> → </a:t>
            </a:r>
            <a:r>
              <a:rPr lang="en-US" b="1" dirty="0">
                <a:latin typeface="Poppins" panose="00000500000000000000" pitchFamily="2" charset="0"/>
                <a:cs typeface="Poppins" panose="00000500000000000000" pitchFamily="2" charset="0"/>
              </a:rPr>
              <a:t>Line Chart</a:t>
            </a:r>
            <a:r>
              <a:rPr lang="en-US" dirty="0">
                <a:latin typeface="Poppins" panose="00000500000000000000" pitchFamily="2" charset="0"/>
                <a:cs typeface="Poppins" panose="00000500000000000000" pitchFamily="2" charset="0"/>
              </a:rPr>
              <a:t> → Choose a simple or smooth line chart.</a:t>
            </a:r>
          </a:p>
        </p:txBody>
      </p:sp>
      <p:sp>
        <p:nvSpPr>
          <p:cNvPr id="4" name="TextBox 3">
            <a:extLst>
              <a:ext uri="{FF2B5EF4-FFF2-40B4-BE49-F238E27FC236}">
                <a16:creationId xmlns:a16="http://schemas.microsoft.com/office/drawing/2014/main" id="{50113015-5845-4BFE-B70D-C1E15A6C5927}"/>
              </a:ext>
            </a:extLst>
          </p:cNvPr>
          <p:cNvSpPr txBox="1"/>
          <p:nvPr/>
        </p:nvSpPr>
        <p:spPr>
          <a:xfrm>
            <a:off x="604911" y="585899"/>
            <a:ext cx="10925807" cy="510396"/>
          </a:xfrm>
          <a:prstGeom prst="rect">
            <a:avLst/>
          </a:prstGeom>
          <a:noFill/>
        </p:spPr>
        <p:txBody>
          <a:bodyPr wrap="square">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Choosing the Right Chart for Your Data</a:t>
            </a:r>
          </a:p>
        </p:txBody>
      </p:sp>
    </p:spTree>
    <p:extLst>
      <p:ext uri="{BB962C8B-B14F-4D97-AF65-F5344CB8AC3E}">
        <p14:creationId xmlns:p14="http://schemas.microsoft.com/office/powerpoint/2010/main" val="3498250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1F6B6-802D-4206-6EFE-FEF534866AE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04E79D6-23DD-C15B-E3AB-463DD7A27EAB}"/>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9C68877-99CB-80D4-EDED-4A8E90125D74}"/>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DE30715-6BB5-AE8D-4A58-0BD906B67212}"/>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2: Creating Charts in Excel</a:t>
            </a:r>
          </a:p>
        </p:txBody>
      </p:sp>
      <p:sp>
        <p:nvSpPr>
          <p:cNvPr id="2" name="Slide Number Placeholder 1">
            <a:extLst>
              <a:ext uri="{FF2B5EF4-FFF2-40B4-BE49-F238E27FC236}">
                <a16:creationId xmlns:a16="http://schemas.microsoft.com/office/drawing/2014/main" id="{7262B557-1265-F794-3E6F-AB685C7239B2}"/>
              </a:ext>
            </a:extLst>
          </p:cNvPr>
          <p:cNvSpPr>
            <a:spLocks noGrp="1"/>
          </p:cNvSpPr>
          <p:nvPr>
            <p:ph type="sldNum" sz="quarter" idx="12"/>
          </p:nvPr>
        </p:nvSpPr>
        <p:spPr/>
        <p:txBody>
          <a:bodyPr/>
          <a:lstStyle/>
          <a:p>
            <a:fld id="{65E208CD-2C40-4697-8091-AB3A287F18B9}" type="slidenum">
              <a:rPr lang="en-US" smtClean="0"/>
              <a:t>16</a:t>
            </a:fld>
            <a:endParaRPr lang="en-US"/>
          </a:p>
        </p:txBody>
      </p:sp>
      <p:sp>
        <p:nvSpPr>
          <p:cNvPr id="10" name="TextBox 9">
            <a:extLst>
              <a:ext uri="{FF2B5EF4-FFF2-40B4-BE49-F238E27FC236}">
                <a16:creationId xmlns:a16="http://schemas.microsoft.com/office/drawing/2014/main" id="{B52B3A5B-F1CE-79CF-2DDF-5FBD79B7B9EC}"/>
              </a:ext>
            </a:extLst>
          </p:cNvPr>
          <p:cNvSpPr txBox="1"/>
          <p:nvPr/>
        </p:nvSpPr>
        <p:spPr>
          <a:xfrm>
            <a:off x="737041" y="1030848"/>
            <a:ext cx="10925807" cy="4621201"/>
          </a:xfrm>
          <a:prstGeom prst="rect">
            <a:avLst/>
          </a:prstGeom>
          <a:noFill/>
        </p:spPr>
        <p:txBody>
          <a:bodyPr wrap="square" rtlCol="0">
            <a:spAutoFit/>
          </a:bodyPr>
          <a:lstStyle/>
          <a:p>
            <a:pPr>
              <a:lnSpc>
                <a:spcPct val="150000"/>
              </a:lnSpc>
            </a:pPr>
            <a:r>
              <a:rPr lang="en-US" b="1" dirty="0">
                <a:solidFill>
                  <a:srgbClr val="AF5A5A"/>
                </a:solidFill>
                <a:latin typeface="Poppins" panose="00000500000000000000" pitchFamily="2" charset="0"/>
                <a:cs typeface="Poppins" panose="00000500000000000000" pitchFamily="2" charset="0"/>
              </a:rPr>
              <a:t>3. Pie Chart (For Proportions &amp; Percentages)</a:t>
            </a:r>
          </a:p>
          <a:p>
            <a:pPr lvl="2">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Use when you need to show how different categories contribute to a whole.</a:t>
            </a:r>
          </a:p>
          <a:p>
            <a:pPr lvl="2">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Best for showing market share, budget distribution, or percentage-based analysis.</a:t>
            </a:r>
          </a:p>
          <a:p>
            <a:pPr lvl="2">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Example: Showing the percentage of total sales per product category.</a:t>
            </a:r>
          </a:p>
          <a:p>
            <a:pPr lvl="2">
              <a:lnSpc>
                <a:spcPct val="150000"/>
              </a:lnSpc>
              <a:buFont typeface="Arial" panose="020B0604020202020204" pitchFamily="34" charset="0"/>
              <a:buChar char="•"/>
            </a:pPr>
            <a:endParaRPr lang="en-US" dirty="0">
              <a:latin typeface="Poppins" panose="00000500000000000000" pitchFamily="2" charset="0"/>
              <a:cs typeface="Poppins" panose="00000500000000000000" pitchFamily="2" charset="0"/>
            </a:endParaRPr>
          </a:p>
          <a:p>
            <a:pPr>
              <a:lnSpc>
                <a:spcPct val="150000"/>
              </a:lnSpc>
            </a:pPr>
            <a:r>
              <a:rPr lang="en-US" b="1" dirty="0">
                <a:latin typeface="Poppins" panose="00000500000000000000" pitchFamily="2" charset="0"/>
                <a:cs typeface="Poppins" panose="00000500000000000000" pitchFamily="2" charset="0"/>
              </a:rPr>
              <a:t>Limitations:</a:t>
            </a:r>
            <a:endParaRPr lang="en-US" dirty="0">
              <a:latin typeface="Poppins" panose="00000500000000000000" pitchFamily="2" charset="0"/>
              <a:cs typeface="Poppins" panose="00000500000000000000" pitchFamily="2" charset="0"/>
            </a:endParaRPr>
          </a:p>
          <a:p>
            <a:pPr lvl="1">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Avoid using a pie chart if you have too many categories (more than five).</a:t>
            </a:r>
          </a:p>
          <a:p>
            <a:pPr lvl="1">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Use labels or data percentages to improve readability.</a:t>
            </a:r>
          </a:p>
          <a:p>
            <a:pPr>
              <a:lnSpc>
                <a:spcPct val="150000"/>
              </a:lnSpc>
            </a:pPr>
            <a:r>
              <a:rPr lang="en-US" b="1" dirty="0">
                <a:latin typeface="Poppins" panose="00000500000000000000" pitchFamily="2" charset="0"/>
                <a:cs typeface="Poppins" panose="00000500000000000000" pitchFamily="2" charset="0"/>
              </a:rPr>
              <a:t>How to create in Excel:</a:t>
            </a:r>
            <a:endParaRPr lang="en-US" dirty="0">
              <a:latin typeface="Poppins" panose="00000500000000000000" pitchFamily="2" charset="0"/>
              <a:cs typeface="Poppins" panose="00000500000000000000" pitchFamily="2" charset="0"/>
            </a:endParaRPr>
          </a:p>
          <a:p>
            <a:pPr>
              <a:lnSpc>
                <a:spcPct val="150000"/>
              </a:lnSpc>
              <a:buFont typeface="+mj-lt"/>
              <a:buAutoNum type="arabicPeriod"/>
            </a:pPr>
            <a:r>
              <a:rPr lang="en-US" dirty="0">
                <a:latin typeface="Poppins" panose="00000500000000000000" pitchFamily="2" charset="0"/>
                <a:cs typeface="Poppins" panose="00000500000000000000" pitchFamily="2" charset="0"/>
              </a:rPr>
              <a:t>Select your data (e.g., product names and their percentage share).</a:t>
            </a:r>
          </a:p>
          <a:p>
            <a:pPr>
              <a:lnSpc>
                <a:spcPct val="150000"/>
              </a:lnSpc>
              <a:buFont typeface="+mj-lt"/>
              <a:buAutoNum type="arabicPeriod"/>
            </a:pPr>
            <a:r>
              <a:rPr lang="en-US" dirty="0">
                <a:latin typeface="Poppins" panose="00000500000000000000" pitchFamily="2" charset="0"/>
                <a:cs typeface="Poppins" panose="00000500000000000000" pitchFamily="2" charset="0"/>
              </a:rPr>
              <a:t>Go to </a:t>
            </a:r>
            <a:r>
              <a:rPr lang="en-US" b="1" dirty="0">
                <a:latin typeface="Poppins" panose="00000500000000000000" pitchFamily="2" charset="0"/>
                <a:cs typeface="Poppins" panose="00000500000000000000" pitchFamily="2" charset="0"/>
              </a:rPr>
              <a:t>Insert</a:t>
            </a:r>
            <a:r>
              <a:rPr lang="en-US" dirty="0">
                <a:latin typeface="Poppins" panose="00000500000000000000" pitchFamily="2" charset="0"/>
                <a:cs typeface="Poppins" panose="00000500000000000000" pitchFamily="2" charset="0"/>
              </a:rPr>
              <a:t> → </a:t>
            </a:r>
            <a:r>
              <a:rPr lang="en-US" b="1" dirty="0">
                <a:latin typeface="Poppins" panose="00000500000000000000" pitchFamily="2" charset="0"/>
                <a:cs typeface="Poppins" panose="00000500000000000000" pitchFamily="2" charset="0"/>
              </a:rPr>
              <a:t>Pie Chart</a:t>
            </a:r>
            <a:r>
              <a:rPr lang="en-US" dirty="0">
                <a:latin typeface="Poppins" panose="00000500000000000000" pitchFamily="2" charset="0"/>
                <a:cs typeface="Poppins" panose="00000500000000000000" pitchFamily="2" charset="0"/>
              </a:rPr>
              <a:t> → Choose from 2D or 3D options.</a:t>
            </a:r>
          </a:p>
        </p:txBody>
      </p:sp>
      <p:sp>
        <p:nvSpPr>
          <p:cNvPr id="4" name="TextBox 3">
            <a:extLst>
              <a:ext uri="{FF2B5EF4-FFF2-40B4-BE49-F238E27FC236}">
                <a16:creationId xmlns:a16="http://schemas.microsoft.com/office/drawing/2014/main" id="{EE24C333-A8CA-6A37-7C1D-22BD148B9C90}"/>
              </a:ext>
            </a:extLst>
          </p:cNvPr>
          <p:cNvSpPr txBox="1"/>
          <p:nvPr/>
        </p:nvSpPr>
        <p:spPr>
          <a:xfrm>
            <a:off x="604911" y="585899"/>
            <a:ext cx="10925807" cy="510396"/>
          </a:xfrm>
          <a:prstGeom prst="rect">
            <a:avLst/>
          </a:prstGeom>
          <a:noFill/>
        </p:spPr>
        <p:txBody>
          <a:bodyPr wrap="square">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Choosing the Right Chart for Your Data</a:t>
            </a:r>
          </a:p>
        </p:txBody>
      </p:sp>
    </p:spTree>
    <p:extLst>
      <p:ext uri="{BB962C8B-B14F-4D97-AF65-F5344CB8AC3E}">
        <p14:creationId xmlns:p14="http://schemas.microsoft.com/office/powerpoint/2010/main" val="3524577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F099B-74BE-2662-85C6-40DBEEB9047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1EB3614-210B-9415-5B95-53FAD3054FA2}"/>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17BEBB1-4653-EC17-A2D4-4B87981763AB}"/>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3701E71-825F-C434-52AC-7252BCD8BA95}"/>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2: Creating Charts in Excel</a:t>
            </a:r>
          </a:p>
        </p:txBody>
      </p:sp>
      <p:sp>
        <p:nvSpPr>
          <p:cNvPr id="2" name="Slide Number Placeholder 1">
            <a:extLst>
              <a:ext uri="{FF2B5EF4-FFF2-40B4-BE49-F238E27FC236}">
                <a16:creationId xmlns:a16="http://schemas.microsoft.com/office/drawing/2014/main" id="{7E7B269F-99B7-2671-6952-7C19B775A531}"/>
              </a:ext>
            </a:extLst>
          </p:cNvPr>
          <p:cNvSpPr>
            <a:spLocks noGrp="1"/>
          </p:cNvSpPr>
          <p:nvPr>
            <p:ph type="sldNum" sz="quarter" idx="12"/>
          </p:nvPr>
        </p:nvSpPr>
        <p:spPr/>
        <p:txBody>
          <a:bodyPr/>
          <a:lstStyle/>
          <a:p>
            <a:fld id="{65E208CD-2C40-4697-8091-AB3A287F18B9}" type="slidenum">
              <a:rPr lang="en-US" smtClean="0"/>
              <a:t>17</a:t>
            </a:fld>
            <a:endParaRPr lang="en-US"/>
          </a:p>
        </p:txBody>
      </p:sp>
      <p:sp>
        <p:nvSpPr>
          <p:cNvPr id="10" name="TextBox 9">
            <a:extLst>
              <a:ext uri="{FF2B5EF4-FFF2-40B4-BE49-F238E27FC236}">
                <a16:creationId xmlns:a16="http://schemas.microsoft.com/office/drawing/2014/main" id="{EBB959D1-3F8D-8876-446A-2F0837AEFBF6}"/>
              </a:ext>
            </a:extLst>
          </p:cNvPr>
          <p:cNvSpPr txBox="1"/>
          <p:nvPr/>
        </p:nvSpPr>
        <p:spPr>
          <a:xfrm>
            <a:off x="737041" y="1030848"/>
            <a:ext cx="10925807" cy="3374706"/>
          </a:xfrm>
          <a:prstGeom prst="rect">
            <a:avLst/>
          </a:prstGeom>
          <a:noFill/>
        </p:spPr>
        <p:txBody>
          <a:bodyPr wrap="square" rtlCol="0">
            <a:spAutoFit/>
          </a:bodyPr>
          <a:lstStyle/>
          <a:p>
            <a:pPr>
              <a:lnSpc>
                <a:spcPct val="150000"/>
              </a:lnSpc>
            </a:pPr>
            <a:r>
              <a:rPr lang="en-US" b="1" dirty="0">
                <a:solidFill>
                  <a:srgbClr val="AF5A5A"/>
                </a:solidFill>
                <a:latin typeface="Poppins" panose="00000500000000000000" pitchFamily="2" charset="0"/>
                <a:cs typeface="Poppins" panose="00000500000000000000" pitchFamily="2" charset="0"/>
              </a:rPr>
              <a:t>4. Scatter Plot (For Relationships Between Variables)</a:t>
            </a:r>
          </a:p>
          <a:p>
            <a:pPr lvl="2">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Use when you want to analyze the relationship or correlation between two variables.</a:t>
            </a:r>
          </a:p>
          <a:p>
            <a:pPr lvl="2">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Best for showing trends in data like price vs. sales, age vs. income, etc.</a:t>
            </a:r>
          </a:p>
          <a:p>
            <a:pPr lvl="2">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Example: Checking if higher advertising spending leads to increased sales.</a:t>
            </a:r>
          </a:p>
          <a:p>
            <a:pPr lvl="2">
              <a:lnSpc>
                <a:spcPct val="150000"/>
              </a:lnSpc>
              <a:buFont typeface="Arial" panose="020B0604020202020204" pitchFamily="34" charset="0"/>
              <a:buChar char="•"/>
            </a:pPr>
            <a:endParaRPr lang="en-US" dirty="0">
              <a:latin typeface="Poppins" panose="00000500000000000000" pitchFamily="2" charset="0"/>
              <a:cs typeface="Poppins" panose="00000500000000000000" pitchFamily="2" charset="0"/>
            </a:endParaRPr>
          </a:p>
          <a:p>
            <a:pPr>
              <a:lnSpc>
                <a:spcPct val="150000"/>
              </a:lnSpc>
            </a:pPr>
            <a:r>
              <a:rPr lang="en-US" b="1" dirty="0">
                <a:latin typeface="Poppins" panose="00000500000000000000" pitchFamily="2" charset="0"/>
                <a:cs typeface="Poppins" panose="00000500000000000000" pitchFamily="2" charset="0"/>
              </a:rPr>
              <a:t>How to create in Excel:</a:t>
            </a:r>
            <a:endParaRPr lang="en-US" dirty="0">
              <a:latin typeface="Poppins" panose="00000500000000000000" pitchFamily="2" charset="0"/>
              <a:cs typeface="Poppins" panose="00000500000000000000" pitchFamily="2" charset="0"/>
            </a:endParaRPr>
          </a:p>
          <a:p>
            <a:pPr>
              <a:lnSpc>
                <a:spcPct val="150000"/>
              </a:lnSpc>
              <a:buFont typeface="+mj-lt"/>
              <a:buAutoNum type="arabicPeriod"/>
            </a:pPr>
            <a:r>
              <a:rPr lang="en-US" dirty="0">
                <a:latin typeface="Poppins" panose="00000500000000000000" pitchFamily="2" charset="0"/>
                <a:cs typeface="Poppins" panose="00000500000000000000" pitchFamily="2" charset="0"/>
              </a:rPr>
              <a:t>Select your data (X and Y values).</a:t>
            </a:r>
          </a:p>
          <a:p>
            <a:pPr>
              <a:lnSpc>
                <a:spcPct val="150000"/>
              </a:lnSpc>
              <a:buFont typeface="+mj-lt"/>
              <a:buAutoNum type="arabicPeriod"/>
            </a:pPr>
            <a:r>
              <a:rPr lang="en-US" dirty="0">
                <a:latin typeface="Poppins" panose="00000500000000000000" pitchFamily="2" charset="0"/>
                <a:cs typeface="Poppins" panose="00000500000000000000" pitchFamily="2" charset="0"/>
              </a:rPr>
              <a:t>Go to </a:t>
            </a:r>
            <a:r>
              <a:rPr lang="en-US" b="1" dirty="0">
                <a:latin typeface="Poppins" panose="00000500000000000000" pitchFamily="2" charset="0"/>
                <a:cs typeface="Poppins" panose="00000500000000000000" pitchFamily="2" charset="0"/>
              </a:rPr>
              <a:t>Insert</a:t>
            </a:r>
            <a:r>
              <a:rPr lang="en-US" dirty="0">
                <a:latin typeface="Poppins" panose="00000500000000000000" pitchFamily="2" charset="0"/>
                <a:cs typeface="Poppins" panose="00000500000000000000" pitchFamily="2" charset="0"/>
              </a:rPr>
              <a:t> → </a:t>
            </a:r>
            <a:r>
              <a:rPr lang="en-US" b="1" dirty="0">
                <a:latin typeface="Poppins" panose="00000500000000000000" pitchFamily="2" charset="0"/>
                <a:cs typeface="Poppins" panose="00000500000000000000" pitchFamily="2" charset="0"/>
              </a:rPr>
              <a:t>Scatter Chart</a:t>
            </a:r>
            <a:r>
              <a:rPr lang="en-US" dirty="0">
                <a:latin typeface="Poppins" panose="00000500000000000000" pitchFamily="2" charset="0"/>
                <a:cs typeface="Poppins" panose="00000500000000000000" pitchFamily="2" charset="0"/>
              </a:rPr>
              <a:t> → Choose a scatter plot.</a:t>
            </a:r>
          </a:p>
        </p:txBody>
      </p:sp>
      <p:sp>
        <p:nvSpPr>
          <p:cNvPr id="4" name="TextBox 3">
            <a:extLst>
              <a:ext uri="{FF2B5EF4-FFF2-40B4-BE49-F238E27FC236}">
                <a16:creationId xmlns:a16="http://schemas.microsoft.com/office/drawing/2014/main" id="{85B22C00-551C-6B2F-89AA-856086D7D0A1}"/>
              </a:ext>
            </a:extLst>
          </p:cNvPr>
          <p:cNvSpPr txBox="1"/>
          <p:nvPr/>
        </p:nvSpPr>
        <p:spPr>
          <a:xfrm>
            <a:off x="604911" y="585899"/>
            <a:ext cx="10925807" cy="510396"/>
          </a:xfrm>
          <a:prstGeom prst="rect">
            <a:avLst/>
          </a:prstGeom>
          <a:noFill/>
        </p:spPr>
        <p:txBody>
          <a:bodyPr wrap="square">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Choosing the Right Chart for Your Data</a:t>
            </a:r>
          </a:p>
        </p:txBody>
      </p:sp>
    </p:spTree>
    <p:extLst>
      <p:ext uri="{BB962C8B-B14F-4D97-AF65-F5344CB8AC3E}">
        <p14:creationId xmlns:p14="http://schemas.microsoft.com/office/powerpoint/2010/main" val="4236178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850D8-F152-9674-BE84-36371908442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A5D4EB3-4692-9A9D-61D2-D77AA66D0F78}"/>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525BF91-09BC-D2CA-5AE9-5E4FBC4EAD26}"/>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CDC125C-BBA0-820D-77F0-5F389EDB0523}"/>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2: Creating Charts in Excel</a:t>
            </a:r>
          </a:p>
        </p:txBody>
      </p:sp>
      <p:sp>
        <p:nvSpPr>
          <p:cNvPr id="2" name="Slide Number Placeholder 1">
            <a:extLst>
              <a:ext uri="{FF2B5EF4-FFF2-40B4-BE49-F238E27FC236}">
                <a16:creationId xmlns:a16="http://schemas.microsoft.com/office/drawing/2014/main" id="{9CFBC356-C607-6788-CE26-90E15695846F}"/>
              </a:ext>
            </a:extLst>
          </p:cNvPr>
          <p:cNvSpPr>
            <a:spLocks noGrp="1"/>
          </p:cNvSpPr>
          <p:nvPr>
            <p:ph type="sldNum" sz="quarter" idx="12"/>
          </p:nvPr>
        </p:nvSpPr>
        <p:spPr/>
        <p:txBody>
          <a:bodyPr/>
          <a:lstStyle/>
          <a:p>
            <a:fld id="{65E208CD-2C40-4697-8091-AB3A287F18B9}" type="slidenum">
              <a:rPr lang="en-US" smtClean="0"/>
              <a:t>18</a:t>
            </a:fld>
            <a:endParaRPr lang="en-US"/>
          </a:p>
        </p:txBody>
      </p:sp>
      <p:sp>
        <p:nvSpPr>
          <p:cNvPr id="10" name="TextBox 9">
            <a:extLst>
              <a:ext uri="{FF2B5EF4-FFF2-40B4-BE49-F238E27FC236}">
                <a16:creationId xmlns:a16="http://schemas.microsoft.com/office/drawing/2014/main" id="{FDB36D40-8F50-D0EE-FD23-14196DC8BE54}"/>
              </a:ext>
            </a:extLst>
          </p:cNvPr>
          <p:cNvSpPr txBox="1"/>
          <p:nvPr/>
        </p:nvSpPr>
        <p:spPr>
          <a:xfrm>
            <a:off x="737041" y="1030848"/>
            <a:ext cx="10925807" cy="3374706"/>
          </a:xfrm>
          <a:prstGeom prst="rect">
            <a:avLst/>
          </a:prstGeom>
          <a:noFill/>
        </p:spPr>
        <p:txBody>
          <a:bodyPr wrap="square" rtlCol="0">
            <a:spAutoFit/>
          </a:bodyPr>
          <a:lstStyle/>
          <a:p>
            <a:pPr>
              <a:lnSpc>
                <a:spcPct val="150000"/>
              </a:lnSpc>
            </a:pPr>
            <a:r>
              <a:rPr lang="en-US" b="1" dirty="0">
                <a:solidFill>
                  <a:srgbClr val="AF5A5A"/>
                </a:solidFill>
                <a:latin typeface="Poppins" panose="00000500000000000000" pitchFamily="2" charset="0"/>
                <a:cs typeface="Poppins" panose="00000500000000000000" pitchFamily="2" charset="0"/>
              </a:rPr>
              <a:t>5. Pivot Chart (For Dynamic Data Analysis)</a:t>
            </a:r>
          </a:p>
          <a:p>
            <a:pPr lvl="1">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Use when you need an interactive and flexible chart that updates as you filter data.</a:t>
            </a:r>
          </a:p>
          <a:p>
            <a:pPr lvl="1">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Best for analyzing large datasets, creating dashboards, and summarizing trends.</a:t>
            </a:r>
          </a:p>
          <a:p>
            <a:pPr lvl="1">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Example: Creating an interactive sales report where users can filter by region, product, or time.</a:t>
            </a:r>
          </a:p>
          <a:p>
            <a:pPr>
              <a:lnSpc>
                <a:spcPct val="150000"/>
              </a:lnSpc>
            </a:pPr>
            <a:r>
              <a:rPr lang="en-US" b="1" dirty="0">
                <a:latin typeface="Poppins" panose="00000500000000000000" pitchFamily="2" charset="0"/>
                <a:cs typeface="Poppins" panose="00000500000000000000" pitchFamily="2" charset="0"/>
              </a:rPr>
              <a:t>How to create in Excel:</a:t>
            </a:r>
            <a:endParaRPr lang="en-US" dirty="0">
              <a:latin typeface="Poppins" panose="00000500000000000000" pitchFamily="2" charset="0"/>
              <a:cs typeface="Poppins" panose="00000500000000000000" pitchFamily="2" charset="0"/>
            </a:endParaRPr>
          </a:p>
          <a:p>
            <a:pPr>
              <a:lnSpc>
                <a:spcPct val="150000"/>
              </a:lnSpc>
              <a:buFont typeface="+mj-lt"/>
              <a:buAutoNum type="arabicPeriod"/>
            </a:pPr>
            <a:r>
              <a:rPr lang="en-US" dirty="0">
                <a:latin typeface="Poppins" panose="00000500000000000000" pitchFamily="2" charset="0"/>
                <a:cs typeface="Poppins" panose="00000500000000000000" pitchFamily="2" charset="0"/>
              </a:rPr>
              <a:t>Select your Pivot Table.</a:t>
            </a:r>
          </a:p>
          <a:p>
            <a:pPr>
              <a:lnSpc>
                <a:spcPct val="150000"/>
              </a:lnSpc>
              <a:buFont typeface="+mj-lt"/>
              <a:buAutoNum type="arabicPeriod"/>
            </a:pPr>
            <a:r>
              <a:rPr lang="en-US" dirty="0">
                <a:latin typeface="Poppins" panose="00000500000000000000" pitchFamily="2" charset="0"/>
                <a:cs typeface="Poppins" panose="00000500000000000000" pitchFamily="2" charset="0"/>
              </a:rPr>
              <a:t>Go to </a:t>
            </a:r>
            <a:r>
              <a:rPr lang="en-US" b="1" dirty="0">
                <a:latin typeface="Poppins" panose="00000500000000000000" pitchFamily="2" charset="0"/>
                <a:cs typeface="Poppins" panose="00000500000000000000" pitchFamily="2" charset="0"/>
              </a:rPr>
              <a:t>Insert</a:t>
            </a:r>
            <a:r>
              <a:rPr lang="en-US" dirty="0">
                <a:latin typeface="Poppins" panose="00000500000000000000" pitchFamily="2" charset="0"/>
                <a:cs typeface="Poppins" panose="00000500000000000000" pitchFamily="2" charset="0"/>
              </a:rPr>
              <a:t> → </a:t>
            </a:r>
            <a:r>
              <a:rPr lang="en-US" b="1" dirty="0">
                <a:latin typeface="Poppins" panose="00000500000000000000" pitchFamily="2" charset="0"/>
                <a:cs typeface="Poppins" panose="00000500000000000000" pitchFamily="2" charset="0"/>
              </a:rPr>
              <a:t>Pivot Chart</a:t>
            </a:r>
            <a:r>
              <a:rPr lang="en-US" dirty="0">
                <a:latin typeface="Poppins" panose="00000500000000000000" pitchFamily="2" charset="0"/>
                <a:cs typeface="Poppins" panose="00000500000000000000" pitchFamily="2" charset="0"/>
              </a:rPr>
              <a:t> → Choose your preferred chart type.</a:t>
            </a:r>
          </a:p>
        </p:txBody>
      </p:sp>
      <p:sp>
        <p:nvSpPr>
          <p:cNvPr id="4" name="TextBox 3">
            <a:extLst>
              <a:ext uri="{FF2B5EF4-FFF2-40B4-BE49-F238E27FC236}">
                <a16:creationId xmlns:a16="http://schemas.microsoft.com/office/drawing/2014/main" id="{B10DFD12-86C0-0075-7122-D2041A78CF49}"/>
              </a:ext>
            </a:extLst>
          </p:cNvPr>
          <p:cNvSpPr txBox="1"/>
          <p:nvPr/>
        </p:nvSpPr>
        <p:spPr>
          <a:xfrm>
            <a:off x="604911" y="585899"/>
            <a:ext cx="10925807" cy="510396"/>
          </a:xfrm>
          <a:prstGeom prst="rect">
            <a:avLst/>
          </a:prstGeom>
          <a:noFill/>
        </p:spPr>
        <p:txBody>
          <a:bodyPr wrap="square">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Choosing the Right Chart for Your Data</a:t>
            </a:r>
          </a:p>
        </p:txBody>
      </p:sp>
    </p:spTree>
    <p:extLst>
      <p:ext uri="{BB962C8B-B14F-4D97-AF65-F5344CB8AC3E}">
        <p14:creationId xmlns:p14="http://schemas.microsoft.com/office/powerpoint/2010/main" val="1767885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D4924-7D62-1416-B250-2477C45F282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522F2F9-7BB1-757D-E884-A3E471C77497}"/>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8F12437-B4D4-065B-6C32-0DB3F26E62DC}"/>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45C65D9-23B6-28B3-FB6E-C78DBEACADAA}"/>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2: Creating Charts in Excel</a:t>
            </a:r>
          </a:p>
        </p:txBody>
      </p:sp>
      <p:sp>
        <p:nvSpPr>
          <p:cNvPr id="2" name="Slide Number Placeholder 1">
            <a:extLst>
              <a:ext uri="{FF2B5EF4-FFF2-40B4-BE49-F238E27FC236}">
                <a16:creationId xmlns:a16="http://schemas.microsoft.com/office/drawing/2014/main" id="{720B0162-A7BD-012F-6DCA-189B7CB066D0}"/>
              </a:ext>
            </a:extLst>
          </p:cNvPr>
          <p:cNvSpPr>
            <a:spLocks noGrp="1"/>
          </p:cNvSpPr>
          <p:nvPr>
            <p:ph type="sldNum" sz="quarter" idx="12"/>
          </p:nvPr>
        </p:nvSpPr>
        <p:spPr/>
        <p:txBody>
          <a:bodyPr/>
          <a:lstStyle/>
          <a:p>
            <a:fld id="{65E208CD-2C40-4697-8091-AB3A287F18B9}" type="slidenum">
              <a:rPr lang="en-US" smtClean="0"/>
              <a:t>19</a:t>
            </a:fld>
            <a:endParaRPr lang="en-US"/>
          </a:p>
        </p:txBody>
      </p:sp>
      <p:sp>
        <p:nvSpPr>
          <p:cNvPr id="4" name="TextBox 3">
            <a:extLst>
              <a:ext uri="{FF2B5EF4-FFF2-40B4-BE49-F238E27FC236}">
                <a16:creationId xmlns:a16="http://schemas.microsoft.com/office/drawing/2014/main" id="{6AE3CBCC-6889-6675-4542-9E2E778E0398}"/>
              </a:ext>
            </a:extLst>
          </p:cNvPr>
          <p:cNvSpPr txBox="1"/>
          <p:nvPr/>
        </p:nvSpPr>
        <p:spPr>
          <a:xfrm>
            <a:off x="604911" y="585899"/>
            <a:ext cx="10925807" cy="510396"/>
          </a:xfrm>
          <a:prstGeom prst="rect">
            <a:avLst/>
          </a:prstGeom>
          <a:noFill/>
        </p:spPr>
        <p:txBody>
          <a:bodyPr wrap="square">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Choosing the Right Chart for Your Data</a:t>
            </a:r>
          </a:p>
        </p:txBody>
      </p:sp>
      <p:graphicFrame>
        <p:nvGraphicFramePr>
          <p:cNvPr id="9" name="Table 8">
            <a:extLst>
              <a:ext uri="{FF2B5EF4-FFF2-40B4-BE49-F238E27FC236}">
                <a16:creationId xmlns:a16="http://schemas.microsoft.com/office/drawing/2014/main" id="{8CFBD950-7287-885D-7EE8-B891325FC9AE}"/>
              </a:ext>
            </a:extLst>
          </p:cNvPr>
          <p:cNvGraphicFramePr>
            <a:graphicFrameLocks noGrp="1"/>
          </p:cNvGraphicFramePr>
          <p:nvPr>
            <p:extLst>
              <p:ext uri="{D42A27DB-BD31-4B8C-83A1-F6EECF244321}">
                <p14:modId xmlns:p14="http://schemas.microsoft.com/office/powerpoint/2010/main" val="1408287581"/>
              </p:ext>
            </p:extLst>
          </p:nvPr>
        </p:nvGraphicFramePr>
        <p:xfrm>
          <a:off x="809173" y="1331336"/>
          <a:ext cx="10544628" cy="3586350"/>
        </p:xfrm>
        <a:graphic>
          <a:graphicData uri="http://schemas.openxmlformats.org/drawingml/2006/table">
            <a:tbl>
              <a:tblPr firstRow="1" firstCol="1" bandRow="1">
                <a:tableStyleId>{0505E3EF-67EA-436B-97B2-0124C06EBD24}</a:tableStyleId>
              </a:tblPr>
              <a:tblGrid>
                <a:gridCol w="3514876">
                  <a:extLst>
                    <a:ext uri="{9D8B030D-6E8A-4147-A177-3AD203B41FA5}">
                      <a16:colId xmlns:a16="http://schemas.microsoft.com/office/drawing/2014/main" val="3731921956"/>
                    </a:ext>
                  </a:extLst>
                </a:gridCol>
                <a:gridCol w="3514876">
                  <a:extLst>
                    <a:ext uri="{9D8B030D-6E8A-4147-A177-3AD203B41FA5}">
                      <a16:colId xmlns:a16="http://schemas.microsoft.com/office/drawing/2014/main" val="2264083480"/>
                    </a:ext>
                  </a:extLst>
                </a:gridCol>
                <a:gridCol w="3514876">
                  <a:extLst>
                    <a:ext uri="{9D8B030D-6E8A-4147-A177-3AD203B41FA5}">
                      <a16:colId xmlns:a16="http://schemas.microsoft.com/office/drawing/2014/main" val="896151099"/>
                    </a:ext>
                  </a:extLst>
                </a:gridCol>
              </a:tblGrid>
              <a:tr h="597725">
                <a:tc>
                  <a:txBody>
                    <a:bodyPr/>
                    <a:lstStyle/>
                    <a:p>
                      <a:pPr marL="0" marR="0" algn="l">
                        <a:lnSpc>
                          <a:spcPct val="107000"/>
                        </a:lnSpc>
                        <a:spcAft>
                          <a:spcPts val="800"/>
                        </a:spcAft>
                      </a:pPr>
                      <a:r>
                        <a:rPr lang="en-US" sz="1800" kern="100" dirty="0">
                          <a:solidFill>
                            <a:srgbClr val="EDEDE0"/>
                          </a:solidFill>
                          <a:effectLst/>
                          <a:latin typeface="Poppins" panose="00000500000000000000" pitchFamily="2" charset="0"/>
                          <a:cs typeface="Poppins" panose="00000500000000000000" pitchFamily="2" charset="0"/>
                        </a:rPr>
                        <a:t>Chart Type</a:t>
                      </a:r>
                      <a:endParaRPr lang="en-US" sz="1800" kern="100" dirty="0">
                        <a:solidFill>
                          <a:srgbClr val="EDEDE0"/>
                        </a:solidFill>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solidFill>
                      <a:srgbClr val="AF5A5A"/>
                    </a:solidFill>
                  </a:tcPr>
                </a:tc>
                <a:tc>
                  <a:txBody>
                    <a:bodyPr/>
                    <a:lstStyle/>
                    <a:p>
                      <a:pPr marL="0" marR="0" algn="l">
                        <a:lnSpc>
                          <a:spcPct val="107000"/>
                        </a:lnSpc>
                        <a:spcAft>
                          <a:spcPts val="800"/>
                        </a:spcAft>
                      </a:pPr>
                      <a:r>
                        <a:rPr lang="en-US" sz="1800" kern="100" dirty="0">
                          <a:solidFill>
                            <a:srgbClr val="EDEDE0"/>
                          </a:solidFill>
                          <a:effectLst/>
                          <a:latin typeface="Poppins" panose="00000500000000000000" pitchFamily="2" charset="0"/>
                          <a:cs typeface="Poppins" panose="00000500000000000000" pitchFamily="2" charset="0"/>
                        </a:rPr>
                        <a:t>Best For</a:t>
                      </a:r>
                      <a:endParaRPr lang="en-US" sz="1800" kern="100" dirty="0">
                        <a:solidFill>
                          <a:srgbClr val="EDEDE0"/>
                        </a:solidFill>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solidFill>
                      <a:srgbClr val="AF5A5A"/>
                    </a:solidFill>
                  </a:tcPr>
                </a:tc>
                <a:tc>
                  <a:txBody>
                    <a:bodyPr/>
                    <a:lstStyle/>
                    <a:p>
                      <a:pPr marL="0" marR="0" algn="l">
                        <a:lnSpc>
                          <a:spcPct val="107000"/>
                        </a:lnSpc>
                        <a:spcAft>
                          <a:spcPts val="800"/>
                        </a:spcAft>
                      </a:pPr>
                      <a:r>
                        <a:rPr lang="en-US" sz="1800" kern="100" dirty="0">
                          <a:solidFill>
                            <a:srgbClr val="EDEDE0"/>
                          </a:solidFill>
                          <a:effectLst/>
                          <a:latin typeface="Poppins" panose="00000500000000000000" pitchFamily="2" charset="0"/>
                          <a:cs typeface="Poppins" panose="00000500000000000000" pitchFamily="2" charset="0"/>
                        </a:rPr>
                        <a:t>Example Use Case</a:t>
                      </a:r>
                      <a:endParaRPr lang="en-US" sz="1800" kern="100" dirty="0">
                        <a:solidFill>
                          <a:srgbClr val="EDEDE0"/>
                        </a:solidFill>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solidFill>
                      <a:srgbClr val="AF5A5A"/>
                    </a:solidFill>
                  </a:tcPr>
                </a:tc>
                <a:extLst>
                  <a:ext uri="{0D108BD9-81ED-4DB2-BD59-A6C34878D82A}">
                    <a16:rowId xmlns:a16="http://schemas.microsoft.com/office/drawing/2014/main" val="863334344"/>
                  </a:ext>
                </a:extLst>
              </a:tr>
              <a:tr h="597725">
                <a:tc>
                  <a:txBody>
                    <a:bodyPr/>
                    <a:lstStyle/>
                    <a:p>
                      <a:pPr marL="0" marR="0">
                        <a:lnSpc>
                          <a:spcPct val="107000"/>
                        </a:lnSpc>
                        <a:spcAft>
                          <a:spcPts val="800"/>
                        </a:spcAft>
                      </a:pPr>
                      <a:r>
                        <a:rPr lang="en-US" sz="1800" b="0" kern="100">
                          <a:effectLst/>
                          <a:latin typeface="Poppins" panose="00000500000000000000" pitchFamily="2" charset="0"/>
                          <a:cs typeface="Poppins" panose="00000500000000000000" pitchFamily="2" charset="0"/>
                        </a:rPr>
                        <a:t>Column/Bar Chart</a:t>
                      </a:r>
                      <a:endParaRPr lang="en-US" sz="1800" b="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0" marR="0">
                        <a:lnSpc>
                          <a:spcPct val="107000"/>
                        </a:lnSpc>
                        <a:spcAft>
                          <a:spcPts val="800"/>
                        </a:spcAft>
                      </a:pPr>
                      <a:r>
                        <a:rPr lang="en-US" sz="1800" kern="100">
                          <a:effectLst/>
                          <a:latin typeface="Poppins" panose="00000500000000000000" pitchFamily="2" charset="0"/>
                          <a:cs typeface="Poppins" panose="00000500000000000000" pitchFamily="2" charset="0"/>
                        </a:rPr>
                        <a:t>Comparing categories</a:t>
                      </a:r>
                      <a:endParaRPr lang="en-US" sz="18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0" marR="0">
                        <a:lnSpc>
                          <a:spcPct val="107000"/>
                        </a:lnSpc>
                        <a:spcAft>
                          <a:spcPts val="800"/>
                        </a:spcAft>
                      </a:pPr>
                      <a:r>
                        <a:rPr lang="en-US" sz="1800" kern="100">
                          <a:effectLst/>
                          <a:latin typeface="Poppins" panose="00000500000000000000" pitchFamily="2" charset="0"/>
                          <a:cs typeface="Poppins" panose="00000500000000000000" pitchFamily="2" charset="0"/>
                        </a:rPr>
                        <a:t>Sales by region</a:t>
                      </a:r>
                      <a:endParaRPr lang="en-US" sz="18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2618412707"/>
                  </a:ext>
                </a:extLst>
              </a:tr>
              <a:tr h="597725">
                <a:tc>
                  <a:txBody>
                    <a:bodyPr/>
                    <a:lstStyle/>
                    <a:p>
                      <a:pPr marL="0" marR="0">
                        <a:lnSpc>
                          <a:spcPct val="107000"/>
                        </a:lnSpc>
                        <a:spcAft>
                          <a:spcPts val="800"/>
                        </a:spcAft>
                      </a:pPr>
                      <a:r>
                        <a:rPr lang="en-US" sz="1800" b="0" kern="100">
                          <a:effectLst/>
                          <a:latin typeface="Poppins" panose="00000500000000000000" pitchFamily="2" charset="0"/>
                          <a:cs typeface="Poppins" panose="00000500000000000000" pitchFamily="2" charset="0"/>
                        </a:rPr>
                        <a:t>Line Chart</a:t>
                      </a:r>
                      <a:endParaRPr lang="en-US" sz="1800" b="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0" marR="0">
                        <a:lnSpc>
                          <a:spcPct val="107000"/>
                        </a:lnSpc>
                        <a:spcAft>
                          <a:spcPts val="800"/>
                        </a:spcAft>
                      </a:pPr>
                      <a:r>
                        <a:rPr lang="en-US" sz="1800" kern="100">
                          <a:effectLst/>
                          <a:latin typeface="Poppins" panose="00000500000000000000" pitchFamily="2" charset="0"/>
                          <a:cs typeface="Poppins" panose="00000500000000000000" pitchFamily="2" charset="0"/>
                        </a:rPr>
                        <a:t>Trends over time</a:t>
                      </a:r>
                      <a:endParaRPr lang="en-US" sz="18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0" marR="0">
                        <a:lnSpc>
                          <a:spcPct val="107000"/>
                        </a:lnSpc>
                        <a:spcAft>
                          <a:spcPts val="800"/>
                        </a:spcAft>
                      </a:pPr>
                      <a:r>
                        <a:rPr lang="en-US" sz="1800" kern="100">
                          <a:effectLst/>
                          <a:latin typeface="Poppins" panose="00000500000000000000" pitchFamily="2" charset="0"/>
                          <a:cs typeface="Poppins" panose="00000500000000000000" pitchFamily="2" charset="0"/>
                        </a:rPr>
                        <a:t>Monthly revenue trends</a:t>
                      </a:r>
                      <a:endParaRPr lang="en-US" sz="18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3158032399"/>
                  </a:ext>
                </a:extLst>
              </a:tr>
              <a:tr h="597725">
                <a:tc>
                  <a:txBody>
                    <a:bodyPr/>
                    <a:lstStyle/>
                    <a:p>
                      <a:pPr marL="0" marR="0">
                        <a:lnSpc>
                          <a:spcPct val="107000"/>
                        </a:lnSpc>
                        <a:spcAft>
                          <a:spcPts val="800"/>
                        </a:spcAft>
                      </a:pPr>
                      <a:r>
                        <a:rPr lang="en-US" sz="1800" b="0" kern="100">
                          <a:effectLst/>
                          <a:latin typeface="Poppins" panose="00000500000000000000" pitchFamily="2" charset="0"/>
                          <a:cs typeface="Poppins" panose="00000500000000000000" pitchFamily="2" charset="0"/>
                        </a:rPr>
                        <a:t>Pie Chart</a:t>
                      </a:r>
                      <a:endParaRPr lang="en-US" sz="1800" b="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0" marR="0">
                        <a:lnSpc>
                          <a:spcPct val="107000"/>
                        </a:lnSpc>
                        <a:spcAft>
                          <a:spcPts val="800"/>
                        </a:spcAft>
                      </a:pPr>
                      <a:r>
                        <a:rPr lang="en-US" sz="1800" kern="100">
                          <a:effectLst/>
                          <a:latin typeface="Poppins" panose="00000500000000000000" pitchFamily="2" charset="0"/>
                          <a:cs typeface="Poppins" panose="00000500000000000000" pitchFamily="2" charset="0"/>
                        </a:rPr>
                        <a:t>Showing proportions</a:t>
                      </a:r>
                      <a:endParaRPr lang="en-US" sz="18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0" marR="0">
                        <a:lnSpc>
                          <a:spcPct val="107000"/>
                        </a:lnSpc>
                        <a:spcAft>
                          <a:spcPts val="800"/>
                        </a:spcAft>
                      </a:pPr>
                      <a:r>
                        <a:rPr lang="en-US" sz="1800" kern="100">
                          <a:effectLst/>
                          <a:latin typeface="Poppins" panose="00000500000000000000" pitchFamily="2" charset="0"/>
                          <a:cs typeface="Poppins" panose="00000500000000000000" pitchFamily="2" charset="0"/>
                        </a:rPr>
                        <a:t>Market share by product</a:t>
                      </a:r>
                      <a:endParaRPr lang="en-US" sz="18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3888592359"/>
                  </a:ext>
                </a:extLst>
              </a:tr>
              <a:tr h="597725">
                <a:tc>
                  <a:txBody>
                    <a:bodyPr/>
                    <a:lstStyle/>
                    <a:p>
                      <a:pPr marL="0" marR="0">
                        <a:lnSpc>
                          <a:spcPct val="107000"/>
                        </a:lnSpc>
                        <a:spcAft>
                          <a:spcPts val="800"/>
                        </a:spcAft>
                      </a:pPr>
                      <a:r>
                        <a:rPr lang="en-US" sz="1800" b="0" kern="100">
                          <a:effectLst/>
                          <a:latin typeface="Poppins" panose="00000500000000000000" pitchFamily="2" charset="0"/>
                          <a:cs typeface="Poppins" panose="00000500000000000000" pitchFamily="2" charset="0"/>
                        </a:rPr>
                        <a:t>Scatter Plot</a:t>
                      </a:r>
                      <a:endParaRPr lang="en-US" sz="1800" b="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0" marR="0">
                        <a:lnSpc>
                          <a:spcPct val="107000"/>
                        </a:lnSpc>
                        <a:spcAft>
                          <a:spcPts val="800"/>
                        </a:spcAft>
                      </a:pPr>
                      <a:r>
                        <a:rPr lang="en-US" sz="1800" kern="100">
                          <a:effectLst/>
                          <a:latin typeface="Poppins" panose="00000500000000000000" pitchFamily="2" charset="0"/>
                          <a:cs typeface="Poppins" panose="00000500000000000000" pitchFamily="2" charset="0"/>
                        </a:rPr>
                        <a:t>Relationship between variables</a:t>
                      </a:r>
                      <a:endParaRPr lang="en-US" sz="18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0" marR="0">
                        <a:lnSpc>
                          <a:spcPct val="107000"/>
                        </a:lnSpc>
                        <a:spcAft>
                          <a:spcPts val="800"/>
                        </a:spcAft>
                      </a:pPr>
                      <a:r>
                        <a:rPr lang="en-US" sz="1800" kern="100">
                          <a:effectLst/>
                          <a:latin typeface="Poppins" panose="00000500000000000000" pitchFamily="2" charset="0"/>
                          <a:cs typeface="Poppins" panose="00000500000000000000" pitchFamily="2" charset="0"/>
                        </a:rPr>
                        <a:t>Advertising spend vs. Sales</a:t>
                      </a:r>
                      <a:endParaRPr lang="en-US" sz="18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3176388868"/>
                  </a:ext>
                </a:extLst>
              </a:tr>
              <a:tr h="597725">
                <a:tc>
                  <a:txBody>
                    <a:bodyPr/>
                    <a:lstStyle/>
                    <a:p>
                      <a:pPr marL="0" marR="0">
                        <a:lnSpc>
                          <a:spcPct val="107000"/>
                        </a:lnSpc>
                        <a:spcAft>
                          <a:spcPts val="800"/>
                        </a:spcAft>
                      </a:pPr>
                      <a:r>
                        <a:rPr lang="en-US" sz="1800" b="0" kern="100" dirty="0">
                          <a:effectLst/>
                          <a:latin typeface="Poppins" panose="00000500000000000000" pitchFamily="2" charset="0"/>
                          <a:cs typeface="Poppins" panose="00000500000000000000" pitchFamily="2" charset="0"/>
                        </a:rPr>
                        <a:t>Pivot Chart</a:t>
                      </a:r>
                      <a:endParaRPr lang="en-US" sz="1800" b="0" kern="100" dirty="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0" marR="0">
                        <a:lnSpc>
                          <a:spcPct val="107000"/>
                        </a:lnSpc>
                        <a:spcAft>
                          <a:spcPts val="800"/>
                        </a:spcAft>
                      </a:pPr>
                      <a:r>
                        <a:rPr lang="en-US" sz="1800" kern="100">
                          <a:effectLst/>
                          <a:latin typeface="Poppins" panose="00000500000000000000" pitchFamily="2" charset="0"/>
                          <a:cs typeface="Poppins" panose="00000500000000000000" pitchFamily="2" charset="0"/>
                        </a:rPr>
                        <a:t>Interactive &amp; dynamic analysis</a:t>
                      </a:r>
                      <a:endParaRPr lang="en-US" sz="18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0" marR="0">
                        <a:lnSpc>
                          <a:spcPct val="107000"/>
                        </a:lnSpc>
                        <a:spcAft>
                          <a:spcPts val="800"/>
                        </a:spcAft>
                      </a:pPr>
                      <a:r>
                        <a:rPr lang="en-US" sz="1800" kern="100" dirty="0">
                          <a:effectLst/>
                          <a:latin typeface="Poppins" panose="00000500000000000000" pitchFamily="2" charset="0"/>
                          <a:cs typeface="Poppins" panose="00000500000000000000" pitchFamily="2" charset="0"/>
                        </a:rPr>
                        <a:t>Customizable reports</a:t>
                      </a:r>
                      <a:endParaRPr lang="en-US" sz="1800" kern="100" dirty="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1905185568"/>
                  </a:ext>
                </a:extLst>
              </a:tr>
            </a:tbl>
          </a:graphicData>
        </a:graphic>
      </p:graphicFrame>
    </p:spTree>
    <p:extLst>
      <p:ext uri="{BB962C8B-B14F-4D97-AF65-F5344CB8AC3E}">
        <p14:creationId xmlns:p14="http://schemas.microsoft.com/office/powerpoint/2010/main" val="2556474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89978-B74D-42B5-FA1E-2720C7116A7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8AE19C4-6BC7-AB9C-D6AA-EAF295723895}"/>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4A024BE-C3F3-2597-76DB-04B0923160D4}"/>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48A5D34-C690-B4B2-10FF-AF7C90CA237B}"/>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2: Interactive Dashboards in Excel</a:t>
            </a:r>
          </a:p>
        </p:txBody>
      </p:sp>
      <p:sp>
        <p:nvSpPr>
          <p:cNvPr id="2" name="Slide Number Placeholder 1">
            <a:extLst>
              <a:ext uri="{FF2B5EF4-FFF2-40B4-BE49-F238E27FC236}">
                <a16:creationId xmlns:a16="http://schemas.microsoft.com/office/drawing/2014/main" id="{FF8F943F-8D6E-D000-7D87-5392AFC35FE8}"/>
              </a:ext>
            </a:extLst>
          </p:cNvPr>
          <p:cNvSpPr>
            <a:spLocks noGrp="1"/>
          </p:cNvSpPr>
          <p:nvPr>
            <p:ph type="sldNum" sz="quarter" idx="12"/>
          </p:nvPr>
        </p:nvSpPr>
        <p:spPr/>
        <p:txBody>
          <a:bodyPr/>
          <a:lstStyle/>
          <a:p>
            <a:fld id="{65E208CD-2C40-4697-8091-AB3A287F18B9}" type="slidenum">
              <a:rPr lang="en-US" smtClean="0"/>
              <a:t>20</a:t>
            </a:fld>
            <a:endParaRPr lang="en-US"/>
          </a:p>
        </p:txBody>
      </p:sp>
      <p:sp>
        <p:nvSpPr>
          <p:cNvPr id="4" name="TextBox 3">
            <a:extLst>
              <a:ext uri="{FF2B5EF4-FFF2-40B4-BE49-F238E27FC236}">
                <a16:creationId xmlns:a16="http://schemas.microsoft.com/office/drawing/2014/main" id="{9CC13E2B-5295-65B6-A85E-C4F9FCCDFDC2}"/>
              </a:ext>
            </a:extLst>
          </p:cNvPr>
          <p:cNvSpPr txBox="1"/>
          <p:nvPr/>
        </p:nvSpPr>
        <p:spPr>
          <a:xfrm>
            <a:off x="604911" y="585899"/>
            <a:ext cx="10925807" cy="4669740"/>
          </a:xfrm>
          <a:prstGeom prst="rect">
            <a:avLst/>
          </a:prstGeom>
          <a:noFill/>
        </p:spPr>
        <p:txBody>
          <a:bodyPr wrap="square">
            <a:spAutoFit/>
          </a:bodyPr>
          <a:lstStyle/>
          <a:p>
            <a:pPr marL="457200" indent="-457200">
              <a:lnSpc>
                <a:spcPct val="150000"/>
              </a:lnSpc>
              <a:buAutoNum type="arabicPeriod"/>
            </a:pPr>
            <a:r>
              <a:rPr lang="en-US" sz="2000" b="1" dirty="0">
                <a:solidFill>
                  <a:srgbClr val="05668D"/>
                </a:solidFill>
                <a:latin typeface="Poppins" panose="00000500000000000000" pitchFamily="2" charset="0"/>
                <a:cs typeface="Poppins" panose="00000500000000000000" pitchFamily="2" charset="0"/>
              </a:rPr>
              <a:t>Introduction to Interactive Dashboards</a:t>
            </a:r>
          </a:p>
          <a:p>
            <a:pPr>
              <a:lnSpc>
                <a:spcPct val="150000"/>
              </a:lnSpc>
            </a:pPr>
            <a:r>
              <a:rPr lang="en-US" dirty="0">
                <a:latin typeface="Poppins" panose="00000500000000000000" pitchFamily="2" charset="0"/>
                <a:cs typeface="Poppins" panose="00000500000000000000" pitchFamily="2" charset="0"/>
              </a:rPr>
              <a:t>An </a:t>
            </a:r>
            <a:r>
              <a:rPr lang="en-US" b="1" dirty="0">
                <a:latin typeface="Poppins" panose="00000500000000000000" pitchFamily="2" charset="0"/>
                <a:cs typeface="Poppins" panose="00000500000000000000" pitchFamily="2" charset="0"/>
              </a:rPr>
              <a:t>interactive dashboard</a:t>
            </a:r>
            <a:r>
              <a:rPr lang="en-US" dirty="0">
                <a:latin typeface="Poppins" panose="00000500000000000000" pitchFamily="2" charset="0"/>
                <a:cs typeface="Poppins" panose="00000500000000000000" pitchFamily="2" charset="0"/>
              </a:rPr>
              <a:t> is a dynamic and </a:t>
            </a:r>
            <a:r>
              <a:rPr lang="en-US" b="1" dirty="0">
                <a:latin typeface="Poppins" panose="00000500000000000000" pitchFamily="2" charset="0"/>
                <a:cs typeface="Poppins" panose="00000500000000000000" pitchFamily="2" charset="0"/>
              </a:rPr>
              <a:t>visually appealing </a:t>
            </a:r>
            <a:r>
              <a:rPr lang="en-US" dirty="0">
                <a:latin typeface="Poppins" panose="00000500000000000000" pitchFamily="2" charset="0"/>
                <a:cs typeface="Poppins" panose="00000500000000000000" pitchFamily="2" charset="0"/>
              </a:rPr>
              <a:t>report that allows users to explore data through filters, slicers, and dynamic charts. Dashboards help in </a:t>
            </a:r>
            <a:r>
              <a:rPr lang="en-US" b="1" dirty="0">
                <a:latin typeface="Poppins" panose="00000500000000000000" pitchFamily="2" charset="0"/>
                <a:cs typeface="Poppins" panose="00000500000000000000" pitchFamily="2" charset="0"/>
              </a:rPr>
              <a:t>decision-making</a:t>
            </a:r>
            <a:r>
              <a:rPr lang="en-US" dirty="0">
                <a:latin typeface="Poppins" panose="00000500000000000000" pitchFamily="2" charset="0"/>
                <a:cs typeface="Poppins" panose="00000500000000000000" pitchFamily="2" charset="0"/>
              </a:rPr>
              <a:t> by summarizing large datasets into meaningful insights.</a:t>
            </a:r>
          </a:p>
          <a:p>
            <a:pPr>
              <a:lnSpc>
                <a:spcPct val="150000"/>
              </a:lnSpc>
            </a:pPr>
            <a:endParaRPr lang="en-US" b="1" dirty="0">
              <a:latin typeface="Poppins" panose="00000500000000000000" pitchFamily="2" charset="0"/>
              <a:cs typeface="Poppins" panose="00000500000000000000" pitchFamily="2" charset="0"/>
            </a:endParaRPr>
          </a:p>
          <a:p>
            <a:pPr>
              <a:lnSpc>
                <a:spcPct val="150000"/>
              </a:lnSpc>
            </a:pPr>
            <a:r>
              <a:rPr lang="en-US" b="1" dirty="0">
                <a:latin typeface="Poppins" panose="00000500000000000000" pitchFamily="2" charset="0"/>
                <a:cs typeface="Poppins" panose="00000500000000000000" pitchFamily="2" charset="0"/>
              </a:rPr>
              <a:t>Why Use Dashboards?</a:t>
            </a:r>
          </a:p>
          <a:p>
            <a:pPr lvl="1">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Provides a </a:t>
            </a:r>
            <a:r>
              <a:rPr lang="en-US" b="1" dirty="0">
                <a:latin typeface="Poppins" panose="00000500000000000000" pitchFamily="2" charset="0"/>
                <a:cs typeface="Poppins" panose="00000500000000000000" pitchFamily="2" charset="0"/>
              </a:rPr>
              <a:t>clear summary</a:t>
            </a:r>
            <a:r>
              <a:rPr lang="en-US" dirty="0">
                <a:latin typeface="Poppins" panose="00000500000000000000" pitchFamily="2" charset="0"/>
                <a:cs typeface="Poppins" panose="00000500000000000000" pitchFamily="2" charset="0"/>
              </a:rPr>
              <a:t> of key data points.</a:t>
            </a:r>
          </a:p>
          <a:p>
            <a:pPr lvl="1">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Enables </a:t>
            </a:r>
            <a:r>
              <a:rPr lang="en-US" b="1" dirty="0">
                <a:latin typeface="Poppins" panose="00000500000000000000" pitchFamily="2" charset="0"/>
                <a:cs typeface="Poppins" panose="00000500000000000000" pitchFamily="2" charset="0"/>
              </a:rPr>
              <a:t>real-time interaction</a:t>
            </a:r>
            <a:r>
              <a:rPr lang="en-US" dirty="0">
                <a:latin typeface="Poppins" panose="00000500000000000000" pitchFamily="2" charset="0"/>
                <a:cs typeface="Poppins" panose="00000500000000000000" pitchFamily="2" charset="0"/>
              </a:rPr>
              <a:t> through filters and slicers.</a:t>
            </a:r>
          </a:p>
          <a:p>
            <a:pPr lvl="1">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Helps in </a:t>
            </a:r>
            <a:r>
              <a:rPr lang="en-US" b="1" dirty="0">
                <a:latin typeface="Poppins" panose="00000500000000000000" pitchFamily="2" charset="0"/>
                <a:cs typeface="Poppins" panose="00000500000000000000" pitchFamily="2" charset="0"/>
              </a:rPr>
              <a:t>decision-making</a:t>
            </a:r>
            <a:r>
              <a:rPr lang="en-US" dirty="0">
                <a:latin typeface="Poppins" panose="00000500000000000000" pitchFamily="2" charset="0"/>
                <a:cs typeface="Poppins" panose="00000500000000000000" pitchFamily="2" charset="0"/>
              </a:rPr>
              <a:t> by revealing trends and patterns.</a:t>
            </a:r>
          </a:p>
          <a:p>
            <a:pPr lvl="1">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Saves time by allowing </a:t>
            </a:r>
            <a:r>
              <a:rPr lang="en-US" b="1" dirty="0">
                <a:latin typeface="Poppins" panose="00000500000000000000" pitchFamily="2" charset="0"/>
                <a:cs typeface="Poppins" panose="00000500000000000000" pitchFamily="2" charset="0"/>
              </a:rPr>
              <a:t>quick data exploration</a:t>
            </a:r>
            <a:r>
              <a:rPr lang="en-US" dirty="0">
                <a:latin typeface="Poppins" panose="00000500000000000000" pitchFamily="2" charset="0"/>
                <a:cs typeface="Poppins" panose="00000500000000000000" pitchFamily="2" charset="0"/>
              </a:rPr>
              <a:t> without needing multiple reports.</a:t>
            </a:r>
          </a:p>
          <a:p>
            <a:pPr>
              <a:lnSpc>
                <a:spcPct val="150000"/>
              </a:lnSpc>
            </a:pPr>
            <a:endParaRPr lang="en-US" b="1"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052680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CC9E3-4119-6CEA-9D6A-A924FBAE89F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3CFAB3B-1B5C-AF4A-B349-F60BA6D88DCB}"/>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4877920-37F8-732C-7AEC-D48392386987}"/>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50886F1-39B6-E0BC-BB63-AE56850E7DA8}"/>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2: Interactive Dashboards in Excel</a:t>
            </a:r>
          </a:p>
        </p:txBody>
      </p:sp>
      <p:sp>
        <p:nvSpPr>
          <p:cNvPr id="2" name="Slide Number Placeholder 1">
            <a:extLst>
              <a:ext uri="{FF2B5EF4-FFF2-40B4-BE49-F238E27FC236}">
                <a16:creationId xmlns:a16="http://schemas.microsoft.com/office/drawing/2014/main" id="{3BDC15C1-2EBA-6F91-667B-69D83EE09BC0}"/>
              </a:ext>
            </a:extLst>
          </p:cNvPr>
          <p:cNvSpPr>
            <a:spLocks noGrp="1"/>
          </p:cNvSpPr>
          <p:nvPr>
            <p:ph type="sldNum" sz="quarter" idx="12"/>
          </p:nvPr>
        </p:nvSpPr>
        <p:spPr/>
        <p:txBody>
          <a:bodyPr/>
          <a:lstStyle/>
          <a:p>
            <a:fld id="{65E208CD-2C40-4697-8091-AB3A287F18B9}" type="slidenum">
              <a:rPr lang="en-US" smtClean="0"/>
              <a:t>21</a:t>
            </a:fld>
            <a:endParaRPr lang="en-US"/>
          </a:p>
        </p:txBody>
      </p:sp>
      <p:pic>
        <p:nvPicPr>
          <p:cNvPr id="8" name="Picture 7">
            <a:extLst>
              <a:ext uri="{FF2B5EF4-FFF2-40B4-BE49-F238E27FC236}">
                <a16:creationId xmlns:a16="http://schemas.microsoft.com/office/drawing/2014/main" id="{FB4D8E44-EF68-0E77-D19B-431EAB31EB9A}"/>
              </a:ext>
            </a:extLst>
          </p:cNvPr>
          <p:cNvPicPr>
            <a:picLocks noChangeAspect="1"/>
          </p:cNvPicPr>
          <p:nvPr/>
        </p:nvPicPr>
        <p:blipFill>
          <a:blip r:embed="rId2"/>
          <a:stretch>
            <a:fillRect/>
          </a:stretch>
        </p:blipFill>
        <p:spPr>
          <a:xfrm>
            <a:off x="949695" y="725901"/>
            <a:ext cx="10089216" cy="5493286"/>
          </a:xfrm>
          <a:prstGeom prst="rect">
            <a:avLst/>
          </a:prstGeom>
        </p:spPr>
      </p:pic>
    </p:spTree>
    <p:extLst>
      <p:ext uri="{BB962C8B-B14F-4D97-AF65-F5344CB8AC3E}">
        <p14:creationId xmlns:p14="http://schemas.microsoft.com/office/powerpoint/2010/main" val="2527028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323D4-AE60-DD44-9BF1-5B79F907FFE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F95E668-74CE-8EFD-78DA-460BF1778E97}"/>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112696B-4B47-B534-FF94-73C98F558BBB}"/>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0FE6D47-BF5A-F10A-B004-6DD7D0FECB51}"/>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2: Interactive Dashboards in Excel</a:t>
            </a:r>
          </a:p>
        </p:txBody>
      </p:sp>
      <p:sp>
        <p:nvSpPr>
          <p:cNvPr id="2" name="Slide Number Placeholder 1">
            <a:extLst>
              <a:ext uri="{FF2B5EF4-FFF2-40B4-BE49-F238E27FC236}">
                <a16:creationId xmlns:a16="http://schemas.microsoft.com/office/drawing/2014/main" id="{96A1B2B7-F9CC-6D0C-5D5F-9E0A4CD900D8}"/>
              </a:ext>
            </a:extLst>
          </p:cNvPr>
          <p:cNvSpPr>
            <a:spLocks noGrp="1"/>
          </p:cNvSpPr>
          <p:nvPr>
            <p:ph type="sldNum" sz="quarter" idx="12"/>
          </p:nvPr>
        </p:nvSpPr>
        <p:spPr/>
        <p:txBody>
          <a:bodyPr/>
          <a:lstStyle/>
          <a:p>
            <a:fld id="{65E208CD-2C40-4697-8091-AB3A287F18B9}" type="slidenum">
              <a:rPr lang="en-US" smtClean="0"/>
              <a:t>22</a:t>
            </a:fld>
            <a:endParaRPr lang="en-US"/>
          </a:p>
        </p:txBody>
      </p:sp>
      <p:sp>
        <p:nvSpPr>
          <p:cNvPr id="4" name="TextBox 3">
            <a:extLst>
              <a:ext uri="{FF2B5EF4-FFF2-40B4-BE49-F238E27FC236}">
                <a16:creationId xmlns:a16="http://schemas.microsoft.com/office/drawing/2014/main" id="{48C7FA15-6F04-9E70-5F51-D77E83459322}"/>
              </a:ext>
            </a:extLst>
          </p:cNvPr>
          <p:cNvSpPr txBox="1"/>
          <p:nvPr/>
        </p:nvSpPr>
        <p:spPr>
          <a:xfrm>
            <a:off x="604911" y="585899"/>
            <a:ext cx="10925807" cy="5588709"/>
          </a:xfrm>
          <a:prstGeom prst="rect">
            <a:avLst/>
          </a:prstGeom>
          <a:noFill/>
        </p:spPr>
        <p:txBody>
          <a:bodyPr wrap="square">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2. Key Components of an Interactive Dashboard</a:t>
            </a:r>
          </a:p>
          <a:p>
            <a:pPr>
              <a:lnSpc>
                <a:spcPct val="150000"/>
              </a:lnSpc>
            </a:pPr>
            <a:r>
              <a:rPr lang="en-US" sz="2000" dirty="0">
                <a:latin typeface="Poppins" panose="00000500000000000000" pitchFamily="2" charset="0"/>
                <a:cs typeface="Poppins" panose="00000500000000000000" pitchFamily="2" charset="0"/>
              </a:rPr>
              <a:t>An effective dashboard should include the following elements:</a:t>
            </a:r>
          </a:p>
          <a:p>
            <a:pPr>
              <a:lnSpc>
                <a:spcPct val="150000"/>
              </a:lnSpc>
            </a:pPr>
            <a:endParaRPr lang="en-US" sz="2000" dirty="0">
              <a:latin typeface="Poppins" panose="00000500000000000000" pitchFamily="2" charset="0"/>
              <a:cs typeface="Poppins" panose="00000500000000000000" pitchFamily="2" charset="0"/>
            </a:endParaRPr>
          </a:p>
          <a:p>
            <a:pPr>
              <a:lnSpc>
                <a:spcPct val="150000"/>
              </a:lnSpc>
            </a:pPr>
            <a:r>
              <a:rPr lang="en-US" sz="2000" b="1" dirty="0">
                <a:solidFill>
                  <a:srgbClr val="AF5A5A"/>
                </a:solidFill>
                <a:latin typeface="Poppins" panose="00000500000000000000" pitchFamily="2" charset="0"/>
                <a:cs typeface="Poppins" panose="00000500000000000000" pitchFamily="2" charset="0"/>
              </a:rPr>
              <a:t>a) Pivot Tables</a:t>
            </a:r>
          </a:p>
          <a:p>
            <a:pPr lvl="1">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Used to </a:t>
            </a:r>
            <a:r>
              <a:rPr lang="en-US" sz="2000" b="1" dirty="0">
                <a:latin typeface="Poppins" panose="00000500000000000000" pitchFamily="2" charset="0"/>
                <a:cs typeface="Poppins" panose="00000500000000000000" pitchFamily="2" charset="0"/>
              </a:rPr>
              <a:t>summarize</a:t>
            </a:r>
            <a:r>
              <a:rPr lang="en-US" sz="2000" dirty="0">
                <a:latin typeface="Poppins" panose="00000500000000000000" pitchFamily="2" charset="0"/>
                <a:cs typeface="Poppins" panose="00000500000000000000" pitchFamily="2" charset="0"/>
              </a:rPr>
              <a:t> and </a:t>
            </a:r>
            <a:r>
              <a:rPr lang="en-US" sz="2000" b="1" dirty="0">
                <a:latin typeface="Poppins" panose="00000500000000000000" pitchFamily="2" charset="0"/>
                <a:cs typeface="Poppins" panose="00000500000000000000" pitchFamily="2" charset="0"/>
              </a:rPr>
              <a:t>analyze</a:t>
            </a:r>
            <a:r>
              <a:rPr lang="en-US" sz="2000" dirty="0">
                <a:latin typeface="Poppins" panose="00000500000000000000" pitchFamily="2" charset="0"/>
                <a:cs typeface="Poppins" panose="00000500000000000000" pitchFamily="2" charset="0"/>
              </a:rPr>
              <a:t> large amounts of data.</a:t>
            </a:r>
          </a:p>
          <a:p>
            <a:pPr lvl="1">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Helps to create </a:t>
            </a:r>
            <a:r>
              <a:rPr lang="en-US" sz="2000" b="1" dirty="0">
                <a:latin typeface="Poppins" panose="00000500000000000000" pitchFamily="2" charset="0"/>
                <a:cs typeface="Poppins" panose="00000500000000000000" pitchFamily="2" charset="0"/>
              </a:rPr>
              <a:t>aggregated summaries</a:t>
            </a:r>
            <a:r>
              <a:rPr lang="en-US" sz="2000" dirty="0">
                <a:latin typeface="Poppins" panose="00000500000000000000" pitchFamily="2" charset="0"/>
                <a:cs typeface="Poppins" panose="00000500000000000000" pitchFamily="2" charset="0"/>
              </a:rPr>
              <a:t> like total sales, average revenue, etc.</a:t>
            </a:r>
          </a:p>
          <a:p>
            <a:pPr>
              <a:lnSpc>
                <a:spcPct val="150000"/>
              </a:lnSpc>
              <a:buFont typeface="Arial" panose="020B0604020202020204" pitchFamily="34" charset="0"/>
              <a:buChar char="•"/>
            </a:pPr>
            <a:endParaRPr lang="en-US" sz="2000" dirty="0">
              <a:latin typeface="Poppins" panose="00000500000000000000" pitchFamily="2" charset="0"/>
              <a:cs typeface="Poppins" panose="00000500000000000000" pitchFamily="2" charset="0"/>
            </a:endParaRPr>
          </a:p>
          <a:p>
            <a:pPr>
              <a:lnSpc>
                <a:spcPct val="150000"/>
              </a:lnSpc>
            </a:pPr>
            <a:r>
              <a:rPr lang="en-US" sz="2000" b="1" dirty="0">
                <a:solidFill>
                  <a:srgbClr val="AF5A5A"/>
                </a:solidFill>
                <a:latin typeface="Poppins" panose="00000500000000000000" pitchFamily="2" charset="0"/>
                <a:cs typeface="Poppins" panose="00000500000000000000" pitchFamily="2" charset="0"/>
              </a:rPr>
              <a:t>b) Pivot Charts</a:t>
            </a:r>
          </a:p>
          <a:p>
            <a:pPr lvl="1">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Dynamic charts that </a:t>
            </a:r>
            <a:r>
              <a:rPr lang="en-US" sz="2000" b="1" dirty="0">
                <a:latin typeface="Poppins" panose="00000500000000000000" pitchFamily="2" charset="0"/>
                <a:cs typeface="Poppins" panose="00000500000000000000" pitchFamily="2" charset="0"/>
              </a:rPr>
              <a:t>update automatically</a:t>
            </a:r>
            <a:r>
              <a:rPr lang="en-US" sz="2000" dirty="0">
                <a:latin typeface="Poppins" panose="00000500000000000000" pitchFamily="2" charset="0"/>
                <a:cs typeface="Poppins" panose="00000500000000000000" pitchFamily="2" charset="0"/>
              </a:rPr>
              <a:t> when filters are applied.</a:t>
            </a:r>
          </a:p>
          <a:p>
            <a:pPr lvl="1">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Can display </a:t>
            </a:r>
            <a:r>
              <a:rPr lang="en-US" sz="2000" b="1" dirty="0">
                <a:latin typeface="Poppins" panose="00000500000000000000" pitchFamily="2" charset="0"/>
                <a:cs typeface="Poppins" panose="00000500000000000000" pitchFamily="2" charset="0"/>
              </a:rPr>
              <a:t>trends, comparisons, and distributions</a:t>
            </a:r>
            <a:r>
              <a:rPr lang="en-US" sz="2000" dirty="0">
                <a:latin typeface="Poppins" panose="00000500000000000000" pitchFamily="2" charset="0"/>
                <a:cs typeface="Poppins" panose="00000500000000000000" pitchFamily="2" charset="0"/>
              </a:rPr>
              <a:t> based on Pivot Table data.</a:t>
            </a:r>
          </a:p>
          <a:p>
            <a:pPr lvl="1">
              <a:lnSpc>
                <a:spcPct val="150000"/>
              </a:lnSpc>
            </a:pPr>
            <a:r>
              <a:rPr lang="en-US" sz="2000" b="1" dirty="0">
                <a:latin typeface="Poppins" panose="00000500000000000000" pitchFamily="2" charset="0"/>
                <a:cs typeface="Poppins" panose="00000500000000000000" pitchFamily="2" charset="0"/>
              </a:rPr>
              <a:t>c) Slicers</a:t>
            </a:r>
          </a:p>
          <a:p>
            <a:pPr>
              <a:lnSpc>
                <a:spcPct val="150000"/>
              </a:lnSpc>
            </a:pPr>
            <a:endParaRPr lang="en-US" sz="20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288979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E3F79-3583-94EF-1EC0-C3930705850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A9694EC-4B7E-F0AF-1EA6-B177BFEA6D98}"/>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904C956-6D9B-421B-31AB-1309A4FC0BE4}"/>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D4DBC8E-2E4B-DF39-99D7-688F64ABAAB9}"/>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2: Interactive Dashboards in Excel</a:t>
            </a:r>
          </a:p>
        </p:txBody>
      </p:sp>
      <p:sp>
        <p:nvSpPr>
          <p:cNvPr id="2" name="Slide Number Placeholder 1">
            <a:extLst>
              <a:ext uri="{FF2B5EF4-FFF2-40B4-BE49-F238E27FC236}">
                <a16:creationId xmlns:a16="http://schemas.microsoft.com/office/drawing/2014/main" id="{238BF4BB-6061-1E4D-BF78-0ADD67FC0E52}"/>
              </a:ext>
            </a:extLst>
          </p:cNvPr>
          <p:cNvSpPr>
            <a:spLocks noGrp="1"/>
          </p:cNvSpPr>
          <p:nvPr>
            <p:ph type="sldNum" sz="quarter" idx="12"/>
          </p:nvPr>
        </p:nvSpPr>
        <p:spPr/>
        <p:txBody>
          <a:bodyPr/>
          <a:lstStyle/>
          <a:p>
            <a:fld id="{65E208CD-2C40-4697-8091-AB3A287F18B9}" type="slidenum">
              <a:rPr lang="en-US" smtClean="0"/>
              <a:t>23</a:t>
            </a:fld>
            <a:endParaRPr lang="en-US"/>
          </a:p>
        </p:txBody>
      </p:sp>
      <p:sp>
        <p:nvSpPr>
          <p:cNvPr id="4" name="TextBox 3">
            <a:extLst>
              <a:ext uri="{FF2B5EF4-FFF2-40B4-BE49-F238E27FC236}">
                <a16:creationId xmlns:a16="http://schemas.microsoft.com/office/drawing/2014/main" id="{C5D13A66-1BF5-79A5-3755-7F6A215D378B}"/>
              </a:ext>
            </a:extLst>
          </p:cNvPr>
          <p:cNvSpPr txBox="1"/>
          <p:nvPr/>
        </p:nvSpPr>
        <p:spPr>
          <a:xfrm>
            <a:off x="604911" y="585899"/>
            <a:ext cx="10925807" cy="5127045"/>
          </a:xfrm>
          <a:prstGeom prst="rect">
            <a:avLst/>
          </a:prstGeom>
          <a:noFill/>
        </p:spPr>
        <p:txBody>
          <a:bodyPr wrap="square">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2. Key Components of an Interactive Dashboard</a:t>
            </a:r>
          </a:p>
          <a:p>
            <a:pPr>
              <a:lnSpc>
                <a:spcPct val="150000"/>
              </a:lnSpc>
            </a:pPr>
            <a:r>
              <a:rPr lang="en-US" sz="2000" dirty="0">
                <a:latin typeface="Poppins" panose="00000500000000000000" pitchFamily="2" charset="0"/>
                <a:cs typeface="Poppins" panose="00000500000000000000" pitchFamily="2" charset="0"/>
              </a:rPr>
              <a:t>An effective dashboard should include the following elements:</a:t>
            </a:r>
          </a:p>
          <a:p>
            <a:pPr>
              <a:lnSpc>
                <a:spcPct val="150000"/>
              </a:lnSpc>
            </a:pPr>
            <a:endParaRPr lang="en-US" sz="2000" dirty="0">
              <a:latin typeface="Poppins" panose="00000500000000000000" pitchFamily="2" charset="0"/>
              <a:cs typeface="Poppins" panose="00000500000000000000" pitchFamily="2" charset="0"/>
            </a:endParaRPr>
          </a:p>
          <a:p>
            <a:pPr>
              <a:lnSpc>
                <a:spcPct val="150000"/>
              </a:lnSpc>
            </a:pPr>
            <a:r>
              <a:rPr lang="en-US" sz="2000" b="1" dirty="0">
                <a:solidFill>
                  <a:srgbClr val="AF5A5A"/>
                </a:solidFill>
                <a:latin typeface="Poppins" panose="00000500000000000000" pitchFamily="2" charset="0"/>
                <a:cs typeface="Poppins" panose="00000500000000000000" pitchFamily="2" charset="0"/>
              </a:rPr>
              <a:t>c) Slicers</a:t>
            </a:r>
          </a:p>
          <a:p>
            <a:pPr lvl="1">
              <a:lnSpc>
                <a:spcPct val="150000"/>
              </a:lnSpc>
              <a:buFont typeface="Arial" panose="020B0604020202020204" pitchFamily="34" charset="0"/>
              <a:buChar char="•"/>
            </a:pPr>
            <a:r>
              <a:rPr lang="en-US" sz="2000" b="1" dirty="0">
                <a:latin typeface="Poppins" panose="00000500000000000000" pitchFamily="2" charset="0"/>
                <a:cs typeface="Poppins" panose="00000500000000000000" pitchFamily="2" charset="0"/>
              </a:rPr>
              <a:t>Interactive buttons</a:t>
            </a:r>
            <a:r>
              <a:rPr lang="en-US" sz="2000" dirty="0">
                <a:latin typeface="Poppins" panose="00000500000000000000" pitchFamily="2" charset="0"/>
                <a:cs typeface="Poppins" panose="00000500000000000000" pitchFamily="2" charset="0"/>
              </a:rPr>
              <a:t> that allow users to filter data quickly.</a:t>
            </a:r>
          </a:p>
          <a:p>
            <a:pPr lvl="1">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Can be applied to Pivot Tables and Pivot Charts for </a:t>
            </a:r>
            <a:r>
              <a:rPr lang="en-US" sz="2000" b="1" dirty="0">
                <a:latin typeface="Poppins" panose="00000500000000000000" pitchFamily="2" charset="0"/>
                <a:cs typeface="Poppins" panose="00000500000000000000" pitchFamily="2" charset="0"/>
              </a:rPr>
              <a:t>dynamic filtering</a:t>
            </a:r>
            <a:r>
              <a:rPr lang="en-US" sz="2000" dirty="0">
                <a:latin typeface="Poppins" panose="00000500000000000000" pitchFamily="2" charset="0"/>
                <a:cs typeface="Poppins" panose="00000500000000000000" pitchFamily="2" charset="0"/>
              </a:rPr>
              <a:t>.</a:t>
            </a:r>
          </a:p>
          <a:p>
            <a:pPr lvl="1">
              <a:lnSpc>
                <a:spcPct val="150000"/>
              </a:lnSpc>
            </a:pPr>
            <a:endParaRPr lang="en-US" sz="2000" dirty="0">
              <a:latin typeface="Poppins" panose="00000500000000000000" pitchFamily="2" charset="0"/>
              <a:cs typeface="Poppins" panose="00000500000000000000" pitchFamily="2" charset="0"/>
            </a:endParaRPr>
          </a:p>
          <a:p>
            <a:pPr>
              <a:lnSpc>
                <a:spcPct val="150000"/>
              </a:lnSpc>
            </a:pPr>
            <a:r>
              <a:rPr lang="en-US" sz="2000" b="1" dirty="0">
                <a:solidFill>
                  <a:srgbClr val="AF5A5A"/>
                </a:solidFill>
                <a:latin typeface="Poppins" panose="00000500000000000000" pitchFamily="2" charset="0"/>
                <a:cs typeface="Poppins" panose="00000500000000000000" pitchFamily="2" charset="0"/>
              </a:rPr>
              <a:t>d) Timelines</a:t>
            </a:r>
          </a:p>
          <a:p>
            <a:pPr lvl="1">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A special type of slicer used to </a:t>
            </a:r>
            <a:r>
              <a:rPr lang="en-US" sz="2000" b="1" dirty="0">
                <a:latin typeface="Poppins" panose="00000500000000000000" pitchFamily="2" charset="0"/>
                <a:cs typeface="Poppins" panose="00000500000000000000" pitchFamily="2" charset="0"/>
              </a:rPr>
              <a:t>filter data by date range</a:t>
            </a:r>
            <a:r>
              <a:rPr lang="en-US" sz="2000" dirty="0">
                <a:latin typeface="Poppins" panose="00000500000000000000" pitchFamily="2" charset="0"/>
                <a:cs typeface="Poppins" panose="00000500000000000000" pitchFamily="2" charset="0"/>
              </a:rPr>
              <a:t>.</a:t>
            </a:r>
          </a:p>
          <a:p>
            <a:pPr lvl="1">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Best used for </a:t>
            </a:r>
            <a:r>
              <a:rPr lang="en-US" sz="2000" b="1" dirty="0">
                <a:latin typeface="Poppins" panose="00000500000000000000" pitchFamily="2" charset="0"/>
                <a:cs typeface="Poppins" panose="00000500000000000000" pitchFamily="2" charset="0"/>
              </a:rPr>
              <a:t>time-based data analysis</a:t>
            </a:r>
            <a:r>
              <a:rPr lang="en-US" sz="2000" dirty="0">
                <a:latin typeface="Poppins" panose="00000500000000000000" pitchFamily="2" charset="0"/>
                <a:cs typeface="Poppins" panose="00000500000000000000" pitchFamily="2" charset="0"/>
              </a:rPr>
              <a:t>, such as sales trends over months.</a:t>
            </a:r>
          </a:p>
          <a:p>
            <a:pPr>
              <a:lnSpc>
                <a:spcPct val="150000"/>
              </a:lnSpc>
            </a:pPr>
            <a:endParaRPr lang="en-US" sz="20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292379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3A090-4707-A2E1-89C4-ECC029B552B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254D422-52C7-B962-9627-291F96F5BB55}"/>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FE28461-DD41-F873-B425-8E7B09F07A0B}"/>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FE67507-9642-FC1F-A892-1379FC116852}"/>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2: Interactive Dashboards in Excel</a:t>
            </a:r>
          </a:p>
        </p:txBody>
      </p:sp>
      <p:sp>
        <p:nvSpPr>
          <p:cNvPr id="2" name="Slide Number Placeholder 1">
            <a:extLst>
              <a:ext uri="{FF2B5EF4-FFF2-40B4-BE49-F238E27FC236}">
                <a16:creationId xmlns:a16="http://schemas.microsoft.com/office/drawing/2014/main" id="{DFA9C03B-798D-0074-D6C1-A7EB7B7C1E58}"/>
              </a:ext>
            </a:extLst>
          </p:cNvPr>
          <p:cNvSpPr>
            <a:spLocks noGrp="1"/>
          </p:cNvSpPr>
          <p:nvPr>
            <p:ph type="sldNum" sz="quarter" idx="12"/>
          </p:nvPr>
        </p:nvSpPr>
        <p:spPr/>
        <p:txBody>
          <a:bodyPr/>
          <a:lstStyle/>
          <a:p>
            <a:fld id="{65E208CD-2C40-4697-8091-AB3A287F18B9}" type="slidenum">
              <a:rPr lang="en-US" smtClean="0"/>
              <a:t>24</a:t>
            </a:fld>
            <a:endParaRPr lang="en-US"/>
          </a:p>
        </p:txBody>
      </p:sp>
      <p:sp>
        <p:nvSpPr>
          <p:cNvPr id="4" name="TextBox 3">
            <a:extLst>
              <a:ext uri="{FF2B5EF4-FFF2-40B4-BE49-F238E27FC236}">
                <a16:creationId xmlns:a16="http://schemas.microsoft.com/office/drawing/2014/main" id="{6C7F69DE-530D-3F95-2145-0D6559141734}"/>
              </a:ext>
            </a:extLst>
          </p:cNvPr>
          <p:cNvSpPr txBox="1"/>
          <p:nvPr/>
        </p:nvSpPr>
        <p:spPr>
          <a:xfrm>
            <a:off x="604911" y="585899"/>
            <a:ext cx="10925807" cy="3280385"/>
          </a:xfrm>
          <a:prstGeom prst="rect">
            <a:avLst/>
          </a:prstGeom>
          <a:noFill/>
        </p:spPr>
        <p:txBody>
          <a:bodyPr wrap="square">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2. Key Components of an Interactive Dashboard</a:t>
            </a:r>
          </a:p>
          <a:p>
            <a:pPr>
              <a:lnSpc>
                <a:spcPct val="150000"/>
              </a:lnSpc>
            </a:pPr>
            <a:r>
              <a:rPr lang="en-US" sz="2000" dirty="0">
                <a:latin typeface="Poppins" panose="00000500000000000000" pitchFamily="2" charset="0"/>
                <a:cs typeface="Poppins" panose="00000500000000000000" pitchFamily="2" charset="0"/>
              </a:rPr>
              <a:t>An effective dashboard should include the following elements:</a:t>
            </a:r>
          </a:p>
          <a:p>
            <a:pPr>
              <a:lnSpc>
                <a:spcPct val="150000"/>
              </a:lnSpc>
            </a:pPr>
            <a:endParaRPr lang="en-US" sz="2000" dirty="0">
              <a:latin typeface="Poppins" panose="00000500000000000000" pitchFamily="2" charset="0"/>
              <a:cs typeface="Poppins" panose="00000500000000000000" pitchFamily="2" charset="0"/>
            </a:endParaRPr>
          </a:p>
          <a:p>
            <a:pPr>
              <a:lnSpc>
                <a:spcPct val="150000"/>
              </a:lnSpc>
            </a:pPr>
            <a:r>
              <a:rPr lang="en-US" sz="2000" b="1" dirty="0">
                <a:solidFill>
                  <a:srgbClr val="AF5A5A"/>
                </a:solidFill>
                <a:latin typeface="Poppins" panose="00000500000000000000" pitchFamily="2" charset="0"/>
                <a:cs typeface="Poppins" panose="00000500000000000000" pitchFamily="2" charset="0"/>
              </a:rPr>
              <a:t>e) Conditional Formatting</a:t>
            </a:r>
          </a:p>
          <a:p>
            <a:pPr lvl="1">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Used to highlight important values using </a:t>
            </a:r>
            <a:r>
              <a:rPr lang="en-US" sz="2000" b="1" dirty="0">
                <a:latin typeface="Poppins" panose="00000500000000000000" pitchFamily="2" charset="0"/>
                <a:cs typeface="Poppins" panose="00000500000000000000" pitchFamily="2" charset="0"/>
              </a:rPr>
              <a:t>color codes</a:t>
            </a:r>
            <a:r>
              <a:rPr lang="en-US" sz="2000" dirty="0">
                <a:latin typeface="Poppins" panose="00000500000000000000" pitchFamily="2" charset="0"/>
                <a:cs typeface="Poppins" panose="00000500000000000000" pitchFamily="2" charset="0"/>
              </a:rPr>
              <a:t> or </a:t>
            </a:r>
            <a:r>
              <a:rPr lang="en-US" sz="2000" b="1" dirty="0">
                <a:latin typeface="Poppins" panose="00000500000000000000" pitchFamily="2" charset="0"/>
                <a:cs typeface="Poppins" panose="00000500000000000000" pitchFamily="2" charset="0"/>
              </a:rPr>
              <a:t>data bars</a:t>
            </a:r>
            <a:r>
              <a:rPr lang="en-US" sz="2000" dirty="0">
                <a:latin typeface="Poppins" panose="00000500000000000000" pitchFamily="2" charset="0"/>
                <a:cs typeface="Poppins" panose="00000500000000000000" pitchFamily="2" charset="0"/>
              </a:rPr>
              <a:t>.</a:t>
            </a:r>
          </a:p>
          <a:p>
            <a:pPr lvl="1">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Helps users </a:t>
            </a:r>
            <a:r>
              <a:rPr lang="en-US" sz="2000" b="1" dirty="0">
                <a:latin typeface="Poppins" panose="00000500000000000000" pitchFamily="2" charset="0"/>
                <a:cs typeface="Poppins" panose="00000500000000000000" pitchFamily="2" charset="0"/>
              </a:rPr>
              <a:t>spot trends, outliers, and performance metrics</a:t>
            </a:r>
            <a:r>
              <a:rPr lang="en-US" sz="2000" dirty="0">
                <a:latin typeface="Poppins" panose="00000500000000000000" pitchFamily="2" charset="0"/>
                <a:cs typeface="Poppins" panose="00000500000000000000" pitchFamily="2" charset="0"/>
              </a:rPr>
              <a:t> easily.</a:t>
            </a:r>
          </a:p>
          <a:p>
            <a:pPr>
              <a:lnSpc>
                <a:spcPct val="150000"/>
              </a:lnSpc>
            </a:pPr>
            <a:endParaRPr lang="en-US" sz="20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524024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22228-D5BC-6890-B53C-0F1889E5B22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5DDE79E-4080-06EB-BAE2-A2C0BCDA38B8}"/>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8F2FC1E-8002-17A2-F4BE-AA9F6BAE62A3}"/>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DEDE645-2B11-A5A8-51D2-69803542DCC3}"/>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3: Creating an Interactive Dashboard in Excel</a:t>
            </a:r>
          </a:p>
        </p:txBody>
      </p:sp>
      <p:sp>
        <p:nvSpPr>
          <p:cNvPr id="2" name="Slide Number Placeholder 1">
            <a:extLst>
              <a:ext uri="{FF2B5EF4-FFF2-40B4-BE49-F238E27FC236}">
                <a16:creationId xmlns:a16="http://schemas.microsoft.com/office/drawing/2014/main" id="{9B148431-94DE-9B32-BE91-935F150B426A}"/>
              </a:ext>
            </a:extLst>
          </p:cNvPr>
          <p:cNvSpPr>
            <a:spLocks noGrp="1"/>
          </p:cNvSpPr>
          <p:nvPr>
            <p:ph type="sldNum" sz="quarter" idx="12"/>
          </p:nvPr>
        </p:nvSpPr>
        <p:spPr/>
        <p:txBody>
          <a:bodyPr/>
          <a:lstStyle/>
          <a:p>
            <a:fld id="{65E208CD-2C40-4697-8091-AB3A287F18B9}" type="slidenum">
              <a:rPr lang="en-US" smtClean="0"/>
              <a:t>25</a:t>
            </a:fld>
            <a:endParaRPr lang="en-US"/>
          </a:p>
        </p:txBody>
      </p:sp>
      <p:sp>
        <p:nvSpPr>
          <p:cNvPr id="4" name="TextBox 3">
            <a:extLst>
              <a:ext uri="{FF2B5EF4-FFF2-40B4-BE49-F238E27FC236}">
                <a16:creationId xmlns:a16="http://schemas.microsoft.com/office/drawing/2014/main" id="{2954A18E-C829-339A-BEAC-CD1C5E63621B}"/>
              </a:ext>
            </a:extLst>
          </p:cNvPr>
          <p:cNvSpPr txBox="1"/>
          <p:nvPr/>
        </p:nvSpPr>
        <p:spPr>
          <a:xfrm>
            <a:off x="773196" y="556258"/>
            <a:ext cx="10925807" cy="4665380"/>
          </a:xfrm>
          <a:prstGeom prst="rect">
            <a:avLst/>
          </a:prstGeom>
          <a:noFill/>
        </p:spPr>
        <p:txBody>
          <a:bodyPr wrap="square">
            <a:spAutoFit/>
          </a:bodyPr>
          <a:lstStyle/>
          <a:p>
            <a:pPr>
              <a:lnSpc>
                <a:spcPct val="150000"/>
              </a:lnSpc>
            </a:pPr>
            <a:r>
              <a:rPr lang="en-US" sz="2000" b="1" dirty="0">
                <a:solidFill>
                  <a:srgbClr val="AF5A5A"/>
                </a:solidFill>
                <a:latin typeface="Poppins" panose="00000500000000000000" pitchFamily="2" charset="0"/>
                <a:cs typeface="Poppins" panose="00000500000000000000" pitchFamily="2" charset="0"/>
              </a:rPr>
              <a:t>Step 1: Prepare the Data</a:t>
            </a:r>
          </a:p>
          <a:p>
            <a:pPr lvl="1">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Ensure your dataset is </a:t>
            </a:r>
            <a:r>
              <a:rPr lang="en-US" sz="2000" b="1" dirty="0">
                <a:latin typeface="Poppins" panose="00000500000000000000" pitchFamily="2" charset="0"/>
                <a:cs typeface="Poppins" panose="00000500000000000000" pitchFamily="2" charset="0"/>
              </a:rPr>
              <a:t>well-structured</a:t>
            </a:r>
            <a:r>
              <a:rPr lang="en-US" sz="2000" dirty="0">
                <a:latin typeface="Poppins" panose="00000500000000000000" pitchFamily="2" charset="0"/>
                <a:cs typeface="Poppins" panose="00000500000000000000" pitchFamily="2" charset="0"/>
              </a:rPr>
              <a:t> (no merged cells, blank rows, or inconsistent formats).</a:t>
            </a:r>
          </a:p>
          <a:p>
            <a:pPr lvl="1">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Convert the dataset into a </a:t>
            </a:r>
            <a:r>
              <a:rPr lang="en-US" sz="2000" b="1" dirty="0">
                <a:latin typeface="Poppins" panose="00000500000000000000" pitchFamily="2" charset="0"/>
                <a:cs typeface="Poppins" panose="00000500000000000000" pitchFamily="2" charset="0"/>
              </a:rPr>
              <a:t>table</a:t>
            </a:r>
            <a:r>
              <a:rPr lang="en-US" sz="2000" dirty="0">
                <a:latin typeface="Poppins" panose="00000500000000000000" pitchFamily="2" charset="0"/>
                <a:cs typeface="Poppins" panose="00000500000000000000" pitchFamily="2" charset="0"/>
              </a:rPr>
              <a:t> by selecting it and pressing </a:t>
            </a:r>
            <a:r>
              <a:rPr lang="en-US" sz="2000" b="1" dirty="0">
                <a:latin typeface="Poppins" panose="00000500000000000000" pitchFamily="2" charset="0"/>
                <a:cs typeface="Poppins" panose="00000500000000000000" pitchFamily="2" charset="0"/>
              </a:rPr>
              <a:t>Ctrl + T</a:t>
            </a:r>
            <a:r>
              <a:rPr lang="en-US" sz="2000" dirty="0">
                <a:latin typeface="Poppins" panose="00000500000000000000" pitchFamily="2" charset="0"/>
                <a:cs typeface="Poppins" panose="00000500000000000000" pitchFamily="2" charset="0"/>
              </a:rPr>
              <a:t>.</a:t>
            </a:r>
          </a:p>
          <a:p>
            <a:pPr>
              <a:lnSpc>
                <a:spcPct val="150000"/>
              </a:lnSpc>
              <a:buFont typeface="Arial" panose="020B0604020202020204" pitchFamily="34" charset="0"/>
              <a:buChar char="•"/>
            </a:pPr>
            <a:endParaRPr lang="en-US" sz="2000" dirty="0">
              <a:latin typeface="Poppins" panose="00000500000000000000" pitchFamily="2" charset="0"/>
              <a:cs typeface="Poppins" panose="00000500000000000000" pitchFamily="2" charset="0"/>
            </a:endParaRPr>
          </a:p>
          <a:p>
            <a:pPr>
              <a:lnSpc>
                <a:spcPct val="150000"/>
              </a:lnSpc>
            </a:pPr>
            <a:r>
              <a:rPr lang="en-US" sz="2000" b="1" dirty="0">
                <a:solidFill>
                  <a:srgbClr val="AF5A5A"/>
                </a:solidFill>
                <a:latin typeface="Poppins" panose="00000500000000000000" pitchFamily="2" charset="0"/>
                <a:cs typeface="Poppins" panose="00000500000000000000" pitchFamily="2" charset="0"/>
              </a:rPr>
              <a:t>Step 2: Create Pivot Tables</a:t>
            </a:r>
          </a:p>
          <a:p>
            <a:pPr lvl="1">
              <a:lnSpc>
                <a:spcPct val="150000"/>
              </a:lnSpc>
              <a:buFont typeface="+mj-lt"/>
              <a:buAutoNum type="arabicPeriod"/>
            </a:pPr>
            <a:r>
              <a:rPr lang="en-US" sz="2000" dirty="0">
                <a:latin typeface="Poppins" panose="00000500000000000000" pitchFamily="2" charset="0"/>
                <a:cs typeface="Poppins" panose="00000500000000000000" pitchFamily="2" charset="0"/>
              </a:rPr>
              <a:t>Select your dataset.</a:t>
            </a:r>
          </a:p>
          <a:p>
            <a:pPr lvl="1">
              <a:lnSpc>
                <a:spcPct val="150000"/>
              </a:lnSpc>
              <a:buFont typeface="+mj-lt"/>
              <a:buAutoNum type="arabicPeriod"/>
            </a:pPr>
            <a:r>
              <a:rPr lang="en-US" sz="2000" dirty="0">
                <a:latin typeface="Poppins" panose="00000500000000000000" pitchFamily="2" charset="0"/>
                <a:cs typeface="Poppins" panose="00000500000000000000" pitchFamily="2" charset="0"/>
              </a:rPr>
              <a:t>Go to </a:t>
            </a:r>
            <a:r>
              <a:rPr lang="en-US" sz="2000" b="1" dirty="0">
                <a:latin typeface="Poppins" panose="00000500000000000000" pitchFamily="2" charset="0"/>
                <a:cs typeface="Poppins" panose="00000500000000000000" pitchFamily="2" charset="0"/>
              </a:rPr>
              <a:t>Insert</a:t>
            </a:r>
            <a:r>
              <a:rPr lang="en-US" sz="2000" dirty="0">
                <a:latin typeface="Poppins" panose="00000500000000000000" pitchFamily="2" charset="0"/>
                <a:cs typeface="Poppins" panose="00000500000000000000" pitchFamily="2" charset="0"/>
              </a:rPr>
              <a:t> → </a:t>
            </a:r>
            <a:r>
              <a:rPr lang="en-US" sz="2000" b="1" dirty="0">
                <a:latin typeface="Poppins" panose="00000500000000000000" pitchFamily="2" charset="0"/>
                <a:cs typeface="Poppins" panose="00000500000000000000" pitchFamily="2" charset="0"/>
              </a:rPr>
              <a:t>Pivot Table</a:t>
            </a:r>
            <a:r>
              <a:rPr lang="en-US" sz="2000" dirty="0">
                <a:latin typeface="Poppins" panose="00000500000000000000" pitchFamily="2" charset="0"/>
                <a:cs typeface="Poppins" panose="00000500000000000000" pitchFamily="2" charset="0"/>
              </a:rPr>
              <a:t> → Choose "New Worksheet."</a:t>
            </a:r>
          </a:p>
          <a:p>
            <a:pPr lvl="1">
              <a:lnSpc>
                <a:spcPct val="150000"/>
              </a:lnSpc>
              <a:buFont typeface="+mj-lt"/>
              <a:buAutoNum type="arabicPeriod"/>
            </a:pPr>
            <a:r>
              <a:rPr lang="en-US" sz="2000" dirty="0">
                <a:latin typeface="Poppins" panose="00000500000000000000" pitchFamily="2" charset="0"/>
                <a:cs typeface="Poppins" panose="00000500000000000000" pitchFamily="2" charset="0"/>
              </a:rPr>
              <a:t>Drag necessary fields into the </a:t>
            </a:r>
            <a:r>
              <a:rPr lang="en-US" sz="2000" b="1" dirty="0">
                <a:latin typeface="Poppins" panose="00000500000000000000" pitchFamily="2" charset="0"/>
                <a:cs typeface="Poppins" panose="00000500000000000000" pitchFamily="2" charset="0"/>
              </a:rPr>
              <a:t>Rows, Columns, and Values sections</a:t>
            </a:r>
            <a:r>
              <a:rPr lang="en-US" sz="2000" dirty="0">
                <a:latin typeface="Poppins" panose="00000500000000000000" pitchFamily="2" charset="0"/>
                <a:cs typeface="Poppins" panose="00000500000000000000" pitchFamily="2" charset="0"/>
              </a:rPr>
              <a:t> to generate summaries.</a:t>
            </a:r>
          </a:p>
        </p:txBody>
      </p:sp>
    </p:spTree>
    <p:extLst>
      <p:ext uri="{BB962C8B-B14F-4D97-AF65-F5344CB8AC3E}">
        <p14:creationId xmlns:p14="http://schemas.microsoft.com/office/powerpoint/2010/main" val="3313891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8391E-9BEA-2CA8-0405-4462DBAE317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C8B24DF-BCC8-E8FB-B312-5E5AAB03E743}"/>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862D2AD-EF38-6E2F-EE42-C26AB9EC412E}"/>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2F777F4-BAF0-E243-AD49-9298915AFA4D}"/>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3: Creating an Interactive Dashboard in Excel</a:t>
            </a:r>
          </a:p>
        </p:txBody>
      </p:sp>
      <p:sp>
        <p:nvSpPr>
          <p:cNvPr id="2" name="Slide Number Placeholder 1">
            <a:extLst>
              <a:ext uri="{FF2B5EF4-FFF2-40B4-BE49-F238E27FC236}">
                <a16:creationId xmlns:a16="http://schemas.microsoft.com/office/drawing/2014/main" id="{A3C58558-9540-C5B4-AD94-F2D6756ADE27}"/>
              </a:ext>
            </a:extLst>
          </p:cNvPr>
          <p:cNvSpPr>
            <a:spLocks noGrp="1"/>
          </p:cNvSpPr>
          <p:nvPr>
            <p:ph type="sldNum" sz="quarter" idx="12"/>
          </p:nvPr>
        </p:nvSpPr>
        <p:spPr/>
        <p:txBody>
          <a:bodyPr/>
          <a:lstStyle/>
          <a:p>
            <a:fld id="{65E208CD-2C40-4697-8091-AB3A287F18B9}" type="slidenum">
              <a:rPr lang="en-US" smtClean="0"/>
              <a:t>26</a:t>
            </a:fld>
            <a:endParaRPr lang="en-US"/>
          </a:p>
        </p:txBody>
      </p:sp>
      <p:sp>
        <p:nvSpPr>
          <p:cNvPr id="4" name="TextBox 3">
            <a:extLst>
              <a:ext uri="{FF2B5EF4-FFF2-40B4-BE49-F238E27FC236}">
                <a16:creationId xmlns:a16="http://schemas.microsoft.com/office/drawing/2014/main" id="{D1F72BD8-4D33-74A6-D5B3-37B82CB23A00}"/>
              </a:ext>
            </a:extLst>
          </p:cNvPr>
          <p:cNvSpPr txBox="1"/>
          <p:nvPr/>
        </p:nvSpPr>
        <p:spPr>
          <a:xfrm>
            <a:off x="773196" y="556258"/>
            <a:ext cx="10925807" cy="5588709"/>
          </a:xfrm>
          <a:prstGeom prst="rect">
            <a:avLst/>
          </a:prstGeom>
          <a:noFill/>
        </p:spPr>
        <p:txBody>
          <a:bodyPr wrap="square">
            <a:spAutoFit/>
          </a:bodyPr>
          <a:lstStyle/>
          <a:p>
            <a:pPr>
              <a:lnSpc>
                <a:spcPct val="150000"/>
              </a:lnSpc>
            </a:pPr>
            <a:r>
              <a:rPr lang="en-US" sz="2000" b="1" dirty="0">
                <a:solidFill>
                  <a:srgbClr val="AF5A5A"/>
                </a:solidFill>
                <a:latin typeface="Poppins" panose="00000500000000000000" pitchFamily="2" charset="0"/>
                <a:cs typeface="Poppins" panose="00000500000000000000" pitchFamily="2" charset="0"/>
              </a:rPr>
              <a:t>Step 3: Insert Pivot Charts</a:t>
            </a:r>
          </a:p>
          <a:p>
            <a:pPr lvl="1">
              <a:lnSpc>
                <a:spcPct val="150000"/>
              </a:lnSpc>
              <a:buFont typeface="+mj-lt"/>
              <a:buAutoNum type="arabicPeriod"/>
            </a:pPr>
            <a:r>
              <a:rPr lang="en-US" sz="2000" dirty="0">
                <a:latin typeface="Poppins" panose="00000500000000000000" pitchFamily="2" charset="0"/>
                <a:cs typeface="Poppins" panose="00000500000000000000" pitchFamily="2" charset="0"/>
              </a:rPr>
              <a:t>Click inside the Pivot Table.</a:t>
            </a:r>
          </a:p>
          <a:p>
            <a:pPr lvl="1">
              <a:lnSpc>
                <a:spcPct val="150000"/>
              </a:lnSpc>
              <a:buFont typeface="+mj-lt"/>
              <a:buAutoNum type="arabicPeriod"/>
            </a:pPr>
            <a:r>
              <a:rPr lang="en-US" sz="2000" dirty="0">
                <a:latin typeface="Poppins" panose="00000500000000000000" pitchFamily="2" charset="0"/>
                <a:cs typeface="Poppins" panose="00000500000000000000" pitchFamily="2" charset="0"/>
              </a:rPr>
              <a:t>Go to </a:t>
            </a:r>
            <a:r>
              <a:rPr lang="en-US" sz="2000" b="1" dirty="0">
                <a:latin typeface="Poppins" panose="00000500000000000000" pitchFamily="2" charset="0"/>
                <a:cs typeface="Poppins" panose="00000500000000000000" pitchFamily="2" charset="0"/>
              </a:rPr>
              <a:t>Insert</a:t>
            </a:r>
            <a:r>
              <a:rPr lang="en-US" sz="2000" dirty="0">
                <a:latin typeface="Poppins" panose="00000500000000000000" pitchFamily="2" charset="0"/>
                <a:cs typeface="Poppins" panose="00000500000000000000" pitchFamily="2" charset="0"/>
              </a:rPr>
              <a:t> → </a:t>
            </a:r>
            <a:r>
              <a:rPr lang="en-US" sz="2000" b="1" dirty="0">
                <a:latin typeface="Poppins" panose="00000500000000000000" pitchFamily="2" charset="0"/>
                <a:cs typeface="Poppins" panose="00000500000000000000" pitchFamily="2" charset="0"/>
              </a:rPr>
              <a:t>Pivot Chart</a:t>
            </a:r>
            <a:r>
              <a:rPr lang="en-US" sz="2000" dirty="0">
                <a:latin typeface="Poppins" panose="00000500000000000000" pitchFamily="2" charset="0"/>
                <a:cs typeface="Poppins" panose="00000500000000000000" pitchFamily="2" charset="0"/>
              </a:rPr>
              <a:t> → Choose a suitable chart type.</a:t>
            </a:r>
          </a:p>
          <a:p>
            <a:pPr lvl="1">
              <a:lnSpc>
                <a:spcPct val="150000"/>
              </a:lnSpc>
              <a:buFont typeface="+mj-lt"/>
              <a:buAutoNum type="arabicPeriod"/>
            </a:pPr>
            <a:r>
              <a:rPr lang="en-US" sz="2000" dirty="0">
                <a:latin typeface="Poppins" panose="00000500000000000000" pitchFamily="2" charset="0"/>
                <a:cs typeface="Poppins" panose="00000500000000000000" pitchFamily="2" charset="0"/>
              </a:rPr>
              <a:t>Place the chart in a separate </a:t>
            </a:r>
            <a:r>
              <a:rPr lang="en-US" sz="2000" b="1" dirty="0">
                <a:latin typeface="Poppins" panose="00000500000000000000" pitchFamily="2" charset="0"/>
                <a:cs typeface="Poppins" panose="00000500000000000000" pitchFamily="2" charset="0"/>
              </a:rPr>
              <a:t>dashboard worksheet</a:t>
            </a:r>
            <a:r>
              <a:rPr lang="en-US" sz="2000" dirty="0">
                <a:latin typeface="Poppins" panose="00000500000000000000" pitchFamily="2" charset="0"/>
                <a:cs typeface="Poppins" panose="00000500000000000000" pitchFamily="2" charset="0"/>
              </a:rPr>
              <a:t>.</a:t>
            </a:r>
          </a:p>
          <a:p>
            <a:pPr>
              <a:lnSpc>
                <a:spcPct val="150000"/>
              </a:lnSpc>
            </a:pPr>
            <a:r>
              <a:rPr lang="en-US" sz="2000" b="1" dirty="0">
                <a:solidFill>
                  <a:srgbClr val="AF5A5A"/>
                </a:solidFill>
                <a:latin typeface="Poppins" panose="00000500000000000000" pitchFamily="2" charset="0"/>
                <a:cs typeface="Poppins" panose="00000500000000000000" pitchFamily="2" charset="0"/>
              </a:rPr>
              <a:t>Step 4: Add Slicers</a:t>
            </a:r>
          </a:p>
          <a:p>
            <a:pPr lvl="1">
              <a:lnSpc>
                <a:spcPct val="150000"/>
              </a:lnSpc>
              <a:buFont typeface="+mj-lt"/>
              <a:buAutoNum type="arabicPeriod"/>
            </a:pPr>
            <a:r>
              <a:rPr lang="en-US" sz="2000" dirty="0">
                <a:latin typeface="Poppins" panose="00000500000000000000" pitchFamily="2" charset="0"/>
                <a:cs typeface="Poppins" panose="00000500000000000000" pitchFamily="2" charset="0"/>
              </a:rPr>
              <a:t>Select any Pivot Table.</a:t>
            </a:r>
          </a:p>
          <a:p>
            <a:pPr lvl="1">
              <a:lnSpc>
                <a:spcPct val="150000"/>
              </a:lnSpc>
              <a:buFont typeface="+mj-lt"/>
              <a:buAutoNum type="arabicPeriod"/>
            </a:pPr>
            <a:r>
              <a:rPr lang="en-US" sz="2000" dirty="0">
                <a:latin typeface="Poppins" panose="00000500000000000000" pitchFamily="2" charset="0"/>
                <a:cs typeface="Poppins" panose="00000500000000000000" pitchFamily="2" charset="0"/>
              </a:rPr>
              <a:t>Go to </a:t>
            </a:r>
            <a:r>
              <a:rPr lang="en-US" sz="2000" b="1" dirty="0">
                <a:latin typeface="Poppins" panose="00000500000000000000" pitchFamily="2" charset="0"/>
                <a:cs typeface="Poppins" panose="00000500000000000000" pitchFamily="2" charset="0"/>
              </a:rPr>
              <a:t>Insert</a:t>
            </a:r>
            <a:r>
              <a:rPr lang="en-US" sz="2000" dirty="0">
                <a:latin typeface="Poppins" panose="00000500000000000000" pitchFamily="2" charset="0"/>
                <a:cs typeface="Poppins" panose="00000500000000000000" pitchFamily="2" charset="0"/>
              </a:rPr>
              <a:t> → </a:t>
            </a:r>
            <a:r>
              <a:rPr lang="en-US" sz="2000" b="1" dirty="0">
                <a:latin typeface="Poppins" panose="00000500000000000000" pitchFamily="2" charset="0"/>
                <a:cs typeface="Poppins" panose="00000500000000000000" pitchFamily="2" charset="0"/>
              </a:rPr>
              <a:t>Slicer</a:t>
            </a:r>
            <a:r>
              <a:rPr lang="en-US" sz="2000" dirty="0">
                <a:latin typeface="Poppins" panose="00000500000000000000" pitchFamily="2" charset="0"/>
                <a:cs typeface="Poppins" panose="00000500000000000000" pitchFamily="2" charset="0"/>
              </a:rPr>
              <a:t> → Select fields you want to filter (e.g., Product, Region).</a:t>
            </a:r>
          </a:p>
          <a:p>
            <a:pPr lvl="1">
              <a:lnSpc>
                <a:spcPct val="150000"/>
              </a:lnSpc>
              <a:buFont typeface="+mj-lt"/>
              <a:buAutoNum type="arabicPeriod"/>
            </a:pPr>
            <a:r>
              <a:rPr lang="en-US" sz="2000" dirty="0">
                <a:latin typeface="Poppins" panose="00000500000000000000" pitchFamily="2" charset="0"/>
                <a:cs typeface="Poppins" panose="00000500000000000000" pitchFamily="2" charset="0"/>
              </a:rPr>
              <a:t>Resize and move the slicers to a convenient position on the dashboard.</a:t>
            </a:r>
          </a:p>
          <a:p>
            <a:pPr>
              <a:lnSpc>
                <a:spcPct val="150000"/>
              </a:lnSpc>
            </a:pPr>
            <a:r>
              <a:rPr lang="en-US" sz="2000" b="1" dirty="0">
                <a:solidFill>
                  <a:srgbClr val="AF5A5A"/>
                </a:solidFill>
                <a:latin typeface="Poppins" panose="00000500000000000000" pitchFamily="2" charset="0"/>
                <a:cs typeface="Poppins" panose="00000500000000000000" pitchFamily="2" charset="0"/>
              </a:rPr>
              <a:t>Step 5: Add a Timeline</a:t>
            </a:r>
          </a:p>
          <a:p>
            <a:pPr lvl="1">
              <a:lnSpc>
                <a:spcPct val="150000"/>
              </a:lnSpc>
              <a:buFont typeface="+mj-lt"/>
              <a:buAutoNum type="arabicPeriod"/>
            </a:pPr>
            <a:r>
              <a:rPr lang="en-US" sz="2000" dirty="0">
                <a:latin typeface="Poppins" panose="00000500000000000000" pitchFamily="2" charset="0"/>
                <a:cs typeface="Poppins" panose="00000500000000000000" pitchFamily="2" charset="0"/>
              </a:rPr>
              <a:t>Click inside the Pivot Table.</a:t>
            </a:r>
          </a:p>
          <a:p>
            <a:pPr lvl="1">
              <a:lnSpc>
                <a:spcPct val="150000"/>
              </a:lnSpc>
              <a:buFont typeface="+mj-lt"/>
              <a:buAutoNum type="arabicPeriod"/>
            </a:pPr>
            <a:r>
              <a:rPr lang="en-US" sz="2000" dirty="0">
                <a:latin typeface="Poppins" panose="00000500000000000000" pitchFamily="2" charset="0"/>
                <a:cs typeface="Poppins" panose="00000500000000000000" pitchFamily="2" charset="0"/>
              </a:rPr>
              <a:t>Go to </a:t>
            </a:r>
            <a:r>
              <a:rPr lang="en-US" sz="2000" b="1" dirty="0">
                <a:latin typeface="Poppins" panose="00000500000000000000" pitchFamily="2" charset="0"/>
                <a:cs typeface="Poppins" panose="00000500000000000000" pitchFamily="2" charset="0"/>
              </a:rPr>
              <a:t>Insert</a:t>
            </a:r>
            <a:r>
              <a:rPr lang="en-US" sz="2000" dirty="0">
                <a:latin typeface="Poppins" panose="00000500000000000000" pitchFamily="2" charset="0"/>
                <a:cs typeface="Poppins" panose="00000500000000000000" pitchFamily="2" charset="0"/>
              </a:rPr>
              <a:t> → </a:t>
            </a:r>
            <a:r>
              <a:rPr lang="en-US" sz="2000" b="1" dirty="0">
                <a:latin typeface="Poppins" panose="00000500000000000000" pitchFamily="2" charset="0"/>
                <a:cs typeface="Poppins" panose="00000500000000000000" pitchFamily="2" charset="0"/>
              </a:rPr>
              <a:t>Timeline</a:t>
            </a:r>
            <a:r>
              <a:rPr lang="en-US" sz="2000" dirty="0">
                <a:latin typeface="Poppins" panose="00000500000000000000" pitchFamily="2" charset="0"/>
                <a:cs typeface="Poppins" panose="00000500000000000000" pitchFamily="2" charset="0"/>
              </a:rPr>
              <a:t> → Select a date-based field (e.g., Order Date).</a:t>
            </a:r>
          </a:p>
          <a:p>
            <a:pPr lvl="1">
              <a:lnSpc>
                <a:spcPct val="150000"/>
              </a:lnSpc>
              <a:buFont typeface="+mj-lt"/>
              <a:buAutoNum type="arabicPeriod"/>
            </a:pPr>
            <a:r>
              <a:rPr lang="en-US" sz="2000" dirty="0">
                <a:latin typeface="Poppins" panose="00000500000000000000" pitchFamily="2" charset="0"/>
                <a:cs typeface="Poppins" panose="00000500000000000000" pitchFamily="2" charset="0"/>
              </a:rPr>
              <a:t>Resize and format the timeline for a clean look.</a:t>
            </a:r>
          </a:p>
        </p:txBody>
      </p:sp>
    </p:spTree>
    <p:extLst>
      <p:ext uri="{BB962C8B-B14F-4D97-AF65-F5344CB8AC3E}">
        <p14:creationId xmlns:p14="http://schemas.microsoft.com/office/powerpoint/2010/main" val="2008169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DAF40-9417-1CF8-FC10-F3C71AE46D5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CEA85CA-37FB-2A40-9B2E-D4FC978016B1}"/>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F9E8702-7093-670E-1ABC-10E8C290C66F}"/>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D3B8432-899B-0828-1299-8B110B8FF546}"/>
              </a:ext>
            </a:extLst>
          </p:cNvPr>
          <p:cNvSpPr txBox="1"/>
          <p:nvPr/>
        </p:nvSpPr>
        <p:spPr>
          <a:xfrm>
            <a:off x="1481959" y="94593"/>
            <a:ext cx="827164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Topic 3: Creating an Interactive Dashboard in Excel</a:t>
            </a:r>
          </a:p>
        </p:txBody>
      </p:sp>
      <p:sp>
        <p:nvSpPr>
          <p:cNvPr id="2" name="Slide Number Placeholder 1">
            <a:extLst>
              <a:ext uri="{FF2B5EF4-FFF2-40B4-BE49-F238E27FC236}">
                <a16:creationId xmlns:a16="http://schemas.microsoft.com/office/drawing/2014/main" id="{F231E986-5C4C-5D20-2B32-D9008B711113}"/>
              </a:ext>
            </a:extLst>
          </p:cNvPr>
          <p:cNvSpPr>
            <a:spLocks noGrp="1"/>
          </p:cNvSpPr>
          <p:nvPr>
            <p:ph type="sldNum" sz="quarter" idx="12"/>
          </p:nvPr>
        </p:nvSpPr>
        <p:spPr/>
        <p:txBody>
          <a:bodyPr/>
          <a:lstStyle/>
          <a:p>
            <a:fld id="{65E208CD-2C40-4697-8091-AB3A287F18B9}" type="slidenum">
              <a:rPr lang="en-US" smtClean="0"/>
              <a:t>27</a:t>
            </a:fld>
            <a:endParaRPr lang="en-US"/>
          </a:p>
        </p:txBody>
      </p:sp>
      <p:sp>
        <p:nvSpPr>
          <p:cNvPr id="4" name="TextBox 3">
            <a:extLst>
              <a:ext uri="{FF2B5EF4-FFF2-40B4-BE49-F238E27FC236}">
                <a16:creationId xmlns:a16="http://schemas.microsoft.com/office/drawing/2014/main" id="{FA20FE7C-9EA1-3FBB-AA12-654913CD9AF0}"/>
              </a:ext>
            </a:extLst>
          </p:cNvPr>
          <p:cNvSpPr txBox="1"/>
          <p:nvPr/>
        </p:nvSpPr>
        <p:spPr>
          <a:xfrm>
            <a:off x="773196" y="556258"/>
            <a:ext cx="10925807" cy="4665380"/>
          </a:xfrm>
          <a:prstGeom prst="rect">
            <a:avLst/>
          </a:prstGeom>
          <a:noFill/>
        </p:spPr>
        <p:txBody>
          <a:bodyPr wrap="square">
            <a:spAutoFit/>
          </a:bodyPr>
          <a:lstStyle/>
          <a:p>
            <a:pPr>
              <a:lnSpc>
                <a:spcPct val="150000"/>
              </a:lnSpc>
            </a:pPr>
            <a:r>
              <a:rPr lang="en-US" sz="2000" b="1" dirty="0">
                <a:solidFill>
                  <a:srgbClr val="AF5A5A"/>
                </a:solidFill>
                <a:latin typeface="Poppins" panose="00000500000000000000" pitchFamily="2" charset="0"/>
                <a:cs typeface="Poppins" panose="00000500000000000000" pitchFamily="2" charset="0"/>
              </a:rPr>
              <a:t>Step 6: Apply Conditional Formatting</a:t>
            </a:r>
          </a:p>
          <a:p>
            <a:pPr lvl="2">
              <a:lnSpc>
                <a:spcPct val="150000"/>
              </a:lnSpc>
              <a:buFont typeface="+mj-lt"/>
              <a:buAutoNum type="arabicPeriod"/>
            </a:pPr>
            <a:r>
              <a:rPr lang="en-US" sz="2000" dirty="0">
                <a:latin typeface="Poppins" panose="00000500000000000000" pitchFamily="2" charset="0"/>
                <a:cs typeface="Poppins" panose="00000500000000000000" pitchFamily="2" charset="0"/>
              </a:rPr>
              <a:t>Select the relevant data in your Pivot Table.</a:t>
            </a:r>
          </a:p>
          <a:p>
            <a:pPr lvl="2">
              <a:lnSpc>
                <a:spcPct val="150000"/>
              </a:lnSpc>
              <a:buFont typeface="+mj-lt"/>
              <a:buAutoNum type="arabicPeriod"/>
            </a:pPr>
            <a:r>
              <a:rPr lang="en-US" sz="2000" dirty="0">
                <a:latin typeface="Poppins" panose="00000500000000000000" pitchFamily="2" charset="0"/>
                <a:cs typeface="Poppins" panose="00000500000000000000" pitchFamily="2" charset="0"/>
              </a:rPr>
              <a:t>Go to </a:t>
            </a:r>
            <a:r>
              <a:rPr lang="en-US" sz="2000" b="1" dirty="0">
                <a:latin typeface="Poppins" panose="00000500000000000000" pitchFamily="2" charset="0"/>
                <a:cs typeface="Poppins" panose="00000500000000000000" pitchFamily="2" charset="0"/>
              </a:rPr>
              <a:t>Home</a:t>
            </a:r>
            <a:r>
              <a:rPr lang="en-US" sz="2000" dirty="0">
                <a:latin typeface="Poppins" panose="00000500000000000000" pitchFamily="2" charset="0"/>
                <a:cs typeface="Poppins" panose="00000500000000000000" pitchFamily="2" charset="0"/>
              </a:rPr>
              <a:t> → </a:t>
            </a:r>
            <a:r>
              <a:rPr lang="en-US" sz="2000" b="1" dirty="0">
                <a:latin typeface="Poppins" panose="00000500000000000000" pitchFamily="2" charset="0"/>
                <a:cs typeface="Poppins" panose="00000500000000000000" pitchFamily="2" charset="0"/>
              </a:rPr>
              <a:t>Conditional Formatting</a:t>
            </a:r>
            <a:r>
              <a:rPr lang="en-US" sz="2000" dirty="0">
                <a:latin typeface="Poppins" panose="00000500000000000000" pitchFamily="2" charset="0"/>
                <a:cs typeface="Poppins" panose="00000500000000000000" pitchFamily="2" charset="0"/>
              </a:rPr>
              <a:t> → Choose Data Bars, Color Scales, or Icon Sets.</a:t>
            </a:r>
          </a:p>
          <a:p>
            <a:pPr lvl="2">
              <a:lnSpc>
                <a:spcPct val="150000"/>
              </a:lnSpc>
              <a:buFont typeface="+mj-lt"/>
              <a:buAutoNum type="arabicPeriod"/>
            </a:pPr>
            <a:r>
              <a:rPr lang="en-US" sz="2000" dirty="0">
                <a:latin typeface="Poppins" panose="00000500000000000000" pitchFamily="2" charset="0"/>
                <a:cs typeface="Poppins" panose="00000500000000000000" pitchFamily="2" charset="0"/>
              </a:rPr>
              <a:t>Adjust the formatting rules to highlight key trends.</a:t>
            </a:r>
          </a:p>
          <a:p>
            <a:pPr>
              <a:lnSpc>
                <a:spcPct val="150000"/>
              </a:lnSpc>
            </a:pPr>
            <a:endParaRPr lang="en-US" sz="2000" dirty="0">
              <a:latin typeface="Poppins" panose="00000500000000000000" pitchFamily="2" charset="0"/>
              <a:cs typeface="Poppins" panose="00000500000000000000" pitchFamily="2" charset="0"/>
            </a:endParaRPr>
          </a:p>
          <a:p>
            <a:pPr>
              <a:lnSpc>
                <a:spcPct val="150000"/>
              </a:lnSpc>
            </a:pPr>
            <a:r>
              <a:rPr lang="en-US" sz="2000" b="1" dirty="0">
                <a:solidFill>
                  <a:srgbClr val="AF5A5A"/>
                </a:solidFill>
                <a:latin typeface="Poppins" panose="00000500000000000000" pitchFamily="2" charset="0"/>
                <a:cs typeface="Poppins" panose="00000500000000000000" pitchFamily="2" charset="0"/>
              </a:rPr>
              <a:t>Step 7: Final Formatting &amp; Layout</a:t>
            </a:r>
          </a:p>
          <a:p>
            <a:pPr lvl="2">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Remove unnecessary </a:t>
            </a:r>
            <a:r>
              <a:rPr lang="en-US" sz="2000" b="1" dirty="0">
                <a:latin typeface="Poppins" panose="00000500000000000000" pitchFamily="2" charset="0"/>
                <a:cs typeface="Poppins" panose="00000500000000000000" pitchFamily="2" charset="0"/>
              </a:rPr>
              <a:t>gridlines</a:t>
            </a:r>
            <a:r>
              <a:rPr lang="en-US" sz="2000" dirty="0">
                <a:latin typeface="Poppins" panose="00000500000000000000" pitchFamily="2" charset="0"/>
                <a:cs typeface="Poppins" panose="00000500000000000000" pitchFamily="2" charset="0"/>
              </a:rPr>
              <a:t> for a cleaner look.</a:t>
            </a:r>
          </a:p>
          <a:p>
            <a:pPr lvl="2">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Use </a:t>
            </a:r>
            <a:r>
              <a:rPr lang="en-US" sz="2000" b="1" dirty="0">
                <a:latin typeface="Poppins" panose="00000500000000000000" pitchFamily="2" charset="0"/>
                <a:cs typeface="Poppins" panose="00000500000000000000" pitchFamily="2" charset="0"/>
              </a:rPr>
              <a:t>consistent colors</a:t>
            </a:r>
            <a:r>
              <a:rPr lang="en-US" sz="2000" dirty="0">
                <a:latin typeface="Poppins" panose="00000500000000000000" pitchFamily="2" charset="0"/>
                <a:cs typeface="Poppins" panose="00000500000000000000" pitchFamily="2" charset="0"/>
              </a:rPr>
              <a:t> for charts and slicers.</a:t>
            </a:r>
          </a:p>
          <a:p>
            <a:pPr lvl="2">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Align charts and slicers properly to make the dashboard visually appealing.</a:t>
            </a:r>
          </a:p>
        </p:txBody>
      </p:sp>
    </p:spTree>
    <p:extLst>
      <p:ext uri="{BB962C8B-B14F-4D97-AF65-F5344CB8AC3E}">
        <p14:creationId xmlns:p14="http://schemas.microsoft.com/office/powerpoint/2010/main" val="565732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94341-13F2-5951-C732-1F662B5BE2F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DD79DEB-F9F7-74E5-41CC-7B1163AEC623}"/>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065072-9B8E-C2E7-4EF8-94DA12F65F25}"/>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C56106B-4514-CBD5-4C97-FEF4F3422103}"/>
              </a:ext>
            </a:extLst>
          </p:cNvPr>
          <p:cNvSpPr txBox="1"/>
          <p:nvPr/>
        </p:nvSpPr>
        <p:spPr>
          <a:xfrm>
            <a:off x="773196" y="94593"/>
            <a:ext cx="1088965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Practical Guide to Create an Interactive Sales Dashboard in Excel</a:t>
            </a:r>
          </a:p>
        </p:txBody>
      </p:sp>
      <p:sp>
        <p:nvSpPr>
          <p:cNvPr id="2" name="Slide Number Placeholder 1">
            <a:extLst>
              <a:ext uri="{FF2B5EF4-FFF2-40B4-BE49-F238E27FC236}">
                <a16:creationId xmlns:a16="http://schemas.microsoft.com/office/drawing/2014/main" id="{FB19023E-FFD6-4907-B08B-ABCD476E60B6}"/>
              </a:ext>
            </a:extLst>
          </p:cNvPr>
          <p:cNvSpPr>
            <a:spLocks noGrp="1"/>
          </p:cNvSpPr>
          <p:nvPr>
            <p:ph type="sldNum" sz="quarter" idx="12"/>
          </p:nvPr>
        </p:nvSpPr>
        <p:spPr/>
        <p:txBody>
          <a:bodyPr/>
          <a:lstStyle/>
          <a:p>
            <a:fld id="{65E208CD-2C40-4697-8091-AB3A287F18B9}" type="slidenum">
              <a:rPr lang="en-US" smtClean="0"/>
              <a:t>28</a:t>
            </a:fld>
            <a:endParaRPr lang="en-US"/>
          </a:p>
        </p:txBody>
      </p:sp>
      <p:sp>
        <p:nvSpPr>
          <p:cNvPr id="4" name="TextBox 3">
            <a:extLst>
              <a:ext uri="{FF2B5EF4-FFF2-40B4-BE49-F238E27FC236}">
                <a16:creationId xmlns:a16="http://schemas.microsoft.com/office/drawing/2014/main" id="{DE426AC8-E0A9-224B-016B-FE6620DE60D6}"/>
              </a:ext>
            </a:extLst>
          </p:cNvPr>
          <p:cNvSpPr txBox="1"/>
          <p:nvPr/>
        </p:nvSpPr>
        <p:spPr>
          <a:xfrm>
            <a:off x="832714" y="865748"/>
            <a:ext cx="10925807" cy="5586081"/>
          </a:xfrm>
          <a:prstGeom prst="rect">
            <a:avLst/>
          </a:prstGeom>
          <a:noFill/>
        </p:spPr>
        <p:txBody>
          <a:bodyPr wrap="square">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1. Setting Up the Dataset</a:t>
            </a:r>
          </a:p>
          <a:p>
            <a:pPr>
              <a:lnSpc>
                <a:spcPct val="150000"/>
              </a:lnSpc>
            </a:pPr>
            <a:r>
              <a:rPr lang="en-US" sz="2000" b="1" dirty="0">
                <a:solidFill>
                  <a:srgbClr val="AF5A5A"/>
                </a:solidFill>
                <a:latin typeface="Poppins" panose="00000500000000000000" pitchFamily="2" charset="0"/>
                <a:cs typeface="Poppins" panose="00000500000000000000" pitchFamily="2" charset="0"/>
              </a:rPr>
              <a:t>Step 1: Download &amp; Open the Dataset</a:t>
            </a:r>
          </a:p>
          <a:p>
            <a:pPr>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Download the dataset: </a:t>
            </a:r>
            <a:r>
              <a:rPr lang="en-US" sz="2000" dirty="0">
                <a:solidFill>
                  <a:srgbClr val="05668D"/>
                </a:solidFill>
                <a:latin typeface="Poppins" panose="00000500000000000000" pitchFamily="2" charset="0"/>
                <a:cs typeface="Poppins" panose="00000500000000000000" pitchFamily="2" charset="0"/>
                <a:hlinkClick r:id="rId3">
                  <a:extLst>
                    <a:ext uri="{A12FA001-AC4F-418D-AE19-62706E023703}">
                      <ahyp:hlinkClr xmlns:ahyp="http://schemas.microsoft.com/office/drawing/2018/hyperlinkcolor" val="tx"/>
                    </a:ext>
                  </a:extLst>
                </a:hlinkClick>
              </a:rPr>
              <a:t>Sales Dataset</a:t>
            </a:r>
            <a:endParaRPr lang="en-US" sz="2000" dirty="0">
              <a:solidFill>
                <a:srgbClr val="05668D"/>
              </a:solidFill>
              <a:latin typeface="Poppins" panose="00000500000000000000" pitchFamily="2" charset="0"/>
              <a:cs typeface="Poppins" panose="00000500000000000000" pitchFamily="2" charset="0"/>
            </a:endParaRPr>
          </a:p>
          <a:p>
            <a:pPr>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Open it in </a:t>
            </a:r>
            <a:r>
              <a:rPr lang="en-US" sz="2000" b="1" dirty="0">
                <a:latin typeface="Poppins" panose="00000500000000000000" pitchFamily="2" charset="0"/>
                <a:cs typeface="Poppins" panose="00000500000000000000" pitchFamily="2" charset="0"/>
              </a:rPr>
              <a:t>Excel</a:t>
            </a:r>
            <a:r>
              <a:rPr lang="en-US" sz="2000" dirty="0">
                <a:latin typeface="Poppins" panose="00000500000000000000" pitchFamily="2" charset="0"/>
                <a:cs typeface="Poppins" panose="00000500000000000000" pitchFamily="2" charset="0"/>
              </a:rPr>
              <a:t>.</a:t>
            </a:r>
          </a:p>
          <a:p>
            <a:pPr>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Ensure the data is structured properly (no merged cells or blank rows).</a:t>
            </a:r>
          </a:p>
          <a:p>
            <a:pPr>
              <a:lnSpc>
                <a:spcPct val="150000"/>
              </a:lnSpc>
              <a:buFont typeface="Arial" panose="020B0604020202020204" pitchFamily="34" charset="0"/>
              <a:buChar char="•"/>
            </a:pPr>
            <a:endParaRPr lang="en-US" sz="2000" dirty="0">
              <a:latin typeface="Poppins" panose="00000500000000000000" pitchFamily="2" charset="0"/>
              <a:cs typeface="Poppins" panose="00000500000000000000" pitchFamily="2" charset="0"/>
            </a:endParaRPr>
          </a:p>
          <a:p>
            <a:pPr>
              <a:lnSpc>
                <a:spcPct val="150000"/>
              </a:lnSpc>
            </a:pPr>
            <a:r>
              <a:rPr lang="en-US" sz="2000" b="1" dirty="0">
                <a:solidFill>
                  <a:srgbClr val="AF5A5A"/>
                </a:solidFill>
                <a:latin typeface="Poppins" panose="00000500000000000000" pitchFamily="2" charset="0"/>
                <a:cs typeface="Poppins" panose="00000500000000000000" pitchFamily="2" charset="0"/>
              </a:rPr>
              <a:t>Step 2: Convert the Data into an Excel Table</a:t>
            </a:r>
          </a:p>
          <a:p>
            <a:pPr marL="342900" indent="-342900">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Select any cell in the dataset.</a:t>
            </a:r>
          </a:p>
          <a:p>
            <a:pPr marL="342900" indent="-342900">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Press </a:t>
            </a:r>
            <a:r>
              <a:rPr lang="en-US" sz="2000" b="1" dirty="0">
                <a:latin typeface="Poppins" panose="00000500000000000000" pitchFamily="2" charset="0"/>
                <a:cs typeface="Poppins" panose="00000500000000000000" pitchFamily="2" charset="0"/>
              </a:rPr>
              <a:t>Ctrl + T </a:t>
            </a:r>
            <a:r>
              <a:rPr lang="en-US" sz="2000" dirty="0">
                <a:latin typeface="Poppins" panose="00000500000000000000" pitchFamily="2" charset="0"/>
                <a:cs typeface="Poppins" panose="00000500000000000000" pitchFamily="2" charset="0"/>
              </a:rPr>
              <a:t>to create a table.</a:t>
            </a:r>
          </a:p>
          <a:p>
            <a:pPr marL="342900" indent="-342900">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In the popup, check "My table has headers" and click OK.</a:t>
            </a:r>
          </a:p>
          <a:p>
            <a:pPr marL="342900" indent="-342900">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Rename the table to </a:t>
            </a:r>
            <a:r>
              <a:rPr lang="en-US" sz="2000" dirty="0" err="1">
                <a:solidFill>
                  <a:srgbClr val="AF5A5A"/>
                </a:solidFill>
                <a:latin typeface="Poppins" panose="00000500000000000000" pitchFamily="2" charset="0"/>
                <a:cs typeface="Poppins" panose="00000500000000000000" pitchFamily="2" charset="0"/>
              </a:rPr>
              <a:t>SalesData</a:t>
            </a:r>
            <a:r>
              <a:rPr lang="en-US" sz="2000" dirty="0">
                <a:latin typeface="Poppins" panose="00000500000000000000" pitchFamily="2" charset="0"/>
                <a:cs typeface="Poppins" panose="00000500000000000000" pitchFamily="2" charset="0"/>
              </a:rPr>
              <a:t> for easy reference:</a:t>
            </a:r>
          </a:p>
          <a:p>
            <a:pPr marL="800100" lvl="1" indent="-342900">
              <a:lnSpc>
                <a:spcPct val="150000"/>
              </a:lnSpc>
              <a:buFont typeface="Arial" panose="020B0604020202020204" pitchFamily="34" charset="0"/>
              <a:buChar char="•"/>
            </a:pPr>
            <a:r>
              <a:rPr lang="en-US" sz="2000" dirty="0">
                <a:latin typeface="Poppins" panose="00000500000000000000" pitchFamily="2" charset="0"/>
                <a:cs typeface="Poppins" panose="00000500000000000000" pitchFamily="2" charset="0"/>
              </a:rPr>
              <a:t>Go to </a:t>
            </a:r>
            <a:r>
              <a:rPr lang="en-US" sz="2000" b="1" dirty="0">
                <a:latin typeface="Poppins" panose="00000500000000000000" pitchFamily="2" charset="0"/>
                <a:cs typeface="Poppins" panose="00000500000000000000" pitchFamily="2" charset="0"/>
              </a:rPr>
              <a:t>Table Design </a:t>
            </a:r>
            <a:r>
              <a:rPr lang="en-US" sz="2000" dirty="0">
                <a:latin typeface="Poppins" panose="00000500000000000000" pitchFamily="2" charset="0"/>
                <a:cs typeface="Poppins" panose="00000500000000000000" pitchFamily="2" charset="0"/>
              </a:rPr>
              <a:t>→ </a:t>
            </a:r>
            <a:r>
              <a:rPr lang="en-US" sz="2000" b="1" dirty="0">
                <a:latin typeface="Poppins" panose="00000500000000000000" pitchFamily="2" charset="0"/>
                <a:cs typeface="Poppins" panose="00000500000000000000" pitchFamily="2" charset="0"/>
              </a:rPr>
              <a:t>Table Name </a:t>
            </a:r>
            <a:r>
              <a:rPr lang="en-US" sz="2000" dirty="0">
                <a:latin typeface="Poppins" panose="00000500000000000000" pitchFamily="2" charset="0"/>
                <a:cs typeface="Poppins" panose="00000500000000000000" pitchFamily="2" charset="0"/>
              </a:rPr>
              <a:t>→ </a:t>
            </a:r>
            <a:r>
              <a:rPr lang="en-US" sz="2000" b="1" dirty="0">
                <a:latin typeface="Poppins" panose="00000500000000000000" pitchFamily="2" charset="0"/>
                <a:cs typeface="Poppins" panose="00000500000000000000" pitchFamily="2" charset="0"/>
              </a:rPr>
              <a:t>Enter </a:t>
            </a:r>
            <a:r>
              <a:rPr lang="en-US" sz="2000" b="1" dirty="0" err="1">
                <a:latin typeface="Poppins" panose="00000500000000000000" pitchFamily="2" charset="0"/>
                <a:cs typeface="Poppins" panose="00000500000000000000" pitchFamily="2" charset="0"/>
              </a:rPr>
              <a:t>SalesData</a:t>
            </a:r>
            <a:r>
              <a:rPr lang="en-US" sz="2000" dirty="0">
                <a:latin typeface="Poppins" panose="00000500000000000000" pitchFamily="2" charset="0"/>
                <a:cs typeface="Poppins" panose="00000500000000000000" pitchFamily="2" charset="0"/>
              </a:rPr>
              <a:t>.</a:t>
            </a:r>
          </a:p>
        </p:txBody>
      </p:sp>
    </p:spTree>
    <p:extLst>
      <p:ext uri="{BB962C8B-B14F-4D97-AF65-F5344CB8AC3E}">
        <p14:creationId xmlns:p14="http://schemas.microsoft.com/office/powerpoint/2010/main" val="37644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36F6A-C6A9-FCB4-C508-0C30B3ED3E3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38EBCD4-4BB5-DBBB-007C-417AE9C655CF}"/>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6053E10-4954-2E9F-59C7-81048F680B61}"/>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E8D4566-28B4-E435-F544-0F5C51A64D05}"/>
              </a:ext>
            </a:extLst>
          </p:cNvPr>
          <p:cNvSpPr txBox="1"/>
          <p:nvPr/>
        </p:nvSpPr>
        <p:spPr>
          <a:xfrm>
            <a:off x="773196" y="94593"/>
            <a:ext cx="1088965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Practical Guide to Create an Interactive Sales Dashboard in Excel</a:t>
            </a:r>
          </a:p>
        </p:txBody>
      </p:sp>
      <p:sp>
        <p:nvSpPr>
          <p:cNvPr id="2" name="Slide Number Placeholder 1">
            <a:extLst>
              <a:ext uri="{FF2B5EF4-FFF2-40B4-BE49-F238E27FC236}">
                <a16:creationId xmlns:a16="http://schemas.microsoft.com/office/drawing/2014/main" id="{C1C0F6C3-9000-1A27-A6F9-B763497760DE}"/>
              </a:ext>
            </a:extLst>
          </p:cNvPr>
          <p:cNvSpPr>
            <a:spLocks noGrp="1"/>
          </p:cNvSpPr>
          <p:nvPr>
            <p:ph type="sldNum" sz="quarter" idx="12"/>
          </p:nvPr>
        </p:nvSpPr>
        <p:spPr/>
        <p:txBody>
          <a:bodyPr/>
          <a:lstStyle/>
          <a:p>
            <a:fld id="{65E208CD-2C40-4697-8091-AB3A287F18B9}" type="slidenum">
              <a:rPr lang="en-US" smtClean="0"/>
              <a:t>29</a:t>
            </a:fld>
            <a:endParaRPr lang="en-US"/>
          </a:p>
        </p:txBody>
      </p:sp>
      <p:sp>
        <p:nvSpPr>
          <p:cNvPr id="4" name="TextBox 3">
            <a:extLst>
              <a:ext uri="{FF2B5EF4-FFF2-40B4-BE49-F238E27FC236}">
                <a16:creationId xmlns:a16="http://schemas.microsoft.com/office/drawing/2014/main" id="{D832574A-731D-C030-DCBA-373E84F6DE74}"/>
              </a:ext>
            </a:extLst>
          </p:cNvPr>
          <p:cNvSpPr txBox="1"/>
          <p:nvPr/>
        </p:nvSpPr>
        <p:spPr>
          <a:xfrm>
            <a:off x="832714" y="865748"/>
            <a:ext cx="10925807" cy="3280385"/>
          </a:xfrm>
          <a:prstGeom prst="rect">
            <a:avLst/>
          </a:prstGeom>
          <a:noFill/>
        </p:spPr>
        <p:txBody>
          <a:bodyPr wrap="square">
            <a:spAutoFit/>
          </a:bodyPr>
          <a:lstStyle/>
          <a:p>
            <a:pPr>
              <a:lnSpc>
                <a:spcPct val="150000"/>
              </a:lnSpc>
            </a:pPr>
            <a:r>
              <a:rPr lang="en-US" sz="2000" b="1" dirty="0">
                <a:solidFill>
                  <a:srgbClr val="05668D"/>
                </a:solidFill>
                <a:latin typeface="Poppins" panose="00000500000000000000" pitchFamily="2" charset="0"/>
                <a:cs typeface="Poppins" panose="00000500000000000000" pitchFamily="2" charset="0"/>
              </a:rPr>
              <a:t>2. Creating Pivot Tables for Data Analysis</a:t>
            </a:r>
          </a:p>
          <a:p>
            <a:pPr>
              <a:lnSpc>
                <a:spcPct val="150000"/>
              </a:lnSpc>
            </a:pPr>
            <a:r>
              <a:rPr lang="en-US" sz="2000" b="1" dirty="0">
                <a:solidFill>
                  <a:srgbClr val="AF5A5A"/>
                </a:solidFill>
                <a:latin typeface="Poppins" panose="00000500000000000000" pitchFamily="2" charset="0"/>
                <a:cs typeface="Poppins" panose="00000500000000000000" pitchFamily="2" charset="0"/>
              </a:rPr>
              <a:t>Step 3: Insert a Pivot Table</a:t>
            </a:r>
          </a:p>
          <a:p>
            <a:pPr lvl="1">
              <a:lnSpc>
                <a:spcPct val="150000"/>
              </a:lnSpc>
              <a:buFont typeface="+mj-lt"/>
              <a:buAutoNum type="arabicPeriod"/>
            </a:pPr>
            <a:r>
              <a:rPr lang="en-US" sz="2000" dirty="0">
                <a:latin typeface="Poppins" panose="00000500000000000000" pitchFamily="2" charset="0"/>
                <a:cs typeface="Poppins" panose="00000500000000000000" pitchFamily="2" charset="0"/>
              </a:rPr>
              <a:t>Select any cell in the table.</a:t>
            </a:r>
          </a:p>
          <a:p>
            <a:pPr lvl="1">
              <a:lnSpc>
                <a:spcPct val="150000"/>
              </a:lnSpc>
              <a:buFont typeface="+mj-lt"/>
              <a:buAutoNum type="arabicPeriod"/>
            </a:pPr>
            <a:r>
              <a:rPr lang="en-US" sz="2000" dirty="0">
                <a:latin typeface="Poppins" panose="00000500000000000000" pitchFamily="2" charset="0"/>
                <a:cs typeface="Poppins" panose="00000500000000000000" pitchFamily="2" charset="0"/>
              </a:rPr>
              <a:t>Go to </a:t>
            </a:r>
            <a:r>
              <a:rPr lang="en-US" sz="2000" b="1" dirty="0">
                <a:latin typeface="Poppins" panose="00000500000000000000" pitchFamily="2" charset="0"/>
                <a:cs typeface="Poppins" panose="00000500000000000000" pitchFamily="2" charset="0"/>
              </a:rPr>
              <a:t>Insert</a:t>
            </a:r>
            <a:r>
              <a:rPr lang="en-US" sz="2000" dirty="0">
                <a:latin typeface="Poppins" panose="00000500000000000000" pitchFamily="2" charset="0"/>
                <a:cs typeface="Poppins" panose="00000500000000000000" pitchFamily="2" charset="0"/>
              </a:rPr>
              <a:t> → </a:t>
            </a:r>
            <a:r>
              <a:rPr lang="en-US" sz="2000" b="1" dirty="0">
                <a:latin typeface="Poppins" panose="00000500000000000000" pitchFamily="2" charset="0"/>
                <a:cs typeface="Poppins" panose="00000500000000000000" pitchFamily="2" charset="0"/>
              </a:rPr>
              <a:t>PivotTable</a:t>
            </a:r>
            <a:r>
              <a:rPr lang="en-US" sz="2000" dirty="0">
                <a:latin typeface="Poppins" panose="00000500000000000000" pitchFamily="2" charset="0"/>
                <a:cs typeface="Poppins" panose="00000500000000000000" pitchFamily="2" charset="0"/>
              </a:rPr>
              <a:t> → </a:t>
            </a:r>
            <a:r>
              <a:rPr lang="en-US" sz="2000" b="1" dirty="0">
                <a:latin typeface="Poppins" panose="00000500000000000000" pitchFamily="2" charset="0"/>
                <a:cs typeface="Poppins" panose="00000500000000000000" pitchFamily="2" charset="0"/>
              </a:rPr>
              <a:t>From Table/Range</a:t>
            </a:r>
            <a:r>
              <a:rPr lang="en-US" sz="2000" dirty="0">
                <a:latin typeface="Poppins" panose="00000500000000000000" pitchFamily="2" charset="0"/>
                <a:cs typeface="Poppins" panose="00000500000000000000" pitchFamily="2" charset="0"/>
              </a:rPr>
              <a:t>.</a:t>
            </a:r>
          </a:p>
          <a:p>
            <a:pPr lvl="1">
              <a:lnSpc>
                <a:spcPct val="150000"/>
              </a:lnSpc>
              <a:buFont typeface="+mj-lt"/>
              <a:buAutoNum type="arabicPeriod"/>
            </a:pPr>
            <a:r>
              <a:rPr lang="en-US" sz="2000" dirty="0">
                <a:latin typeface="Poppins" panose="00000500000000000000" pitchFamily="2" charset="0"/>
                <a:cs typeface="Poppins" panose="00000500000000000000" pitchFamily="2" charset="0"/>
              </a:rPr>
              <a:t>Choose </a:t>
            </a:r>
            <a:r>
              <a:rPr lang="en-US" sz="2000" b="1" dirty="0">
                <a:latin typeface="Poppins" panose="00000500000000000000" pitchFamily="2" charset="0"/>
                <a:cs typeface="Poppins" panose="00000500000000000000" pitchFamily="2" charset="0"/>
              </a:rPr>
              <a:t>New Worksheet</a:t>
            </a:r>
            <a:r>
              <a:rPr lang="en-US" sz="2000" dirty="0">
                <a:latin typeface="Poppins" panose="00000500000000000000" pitchFamily="2" charset="0"/>
                <a:cs typeface="Poppins" panose="00000500000000000000" pitchFamily="2" charset="0"/>
              </a:rPr>
              <a:t> and click </a:t>
            </a:r>
            <a:r>
              <a:rPr lang="en-US" sz="2000" b="1" dirty="0">
                <a:latin typeface="Poppins" panose="00000500000000000000" pitchFamily="2" charset="0"/>
                <a:cs typeface="Poppins" panose="00000500000000000000" pitchFamily="2" charset="0"/>
              </a:rPr>
              <a:t>OK</a:t>
            </a:r>
            <a:r>
              <a:rPr lang="en-US" sz="2000" dirty="0">
                <a:latin typeface="Poppins" panose="00000500000000000000" pitchFamily="2" charset="0"/>
                <a:cs typeface="Poppins" panose="00000500000000000000" pitchFamily="2" charset="0"/>
              </a:rPr>
              <a:t>.</a:t>
            </a:r>
          </a:p>
          <a:p>
            <a:pPr>
              <a:lnSpc>
                <a:spcPct val="150000"/>
              </a:lnSpc>
            </a:pPr>
            <a:endParaRPr lang="en-US" sz="2000" dirty="0">
              <a:latin typeface="Poppins" panose="00000500000000000000" pitchFamily="2" charset="0"/>
              <a:cs typeface="Poppins" panose="00000500000000000000" pitchFamily="2" charset="0"/>
            </a:endParaRPr>
          </a:p>
          <a:p>
            <a:pPr>
              <a:lnSpc>
                <a:spcPct val="150000"/>
              </a:lnSpc>
            </a:pPr>
            <a:endParaRPr lang="en-US" sz="20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4131210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F2516-2BAF-E454-B91A-9069CE263E4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D16F58C-A7FB-9E92-9AFA-C3C87A9E049B}"/>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D08A679-140C-9D51-7A27-803C7A81990D}"/>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AB6206E-0E89-D8B8-6E5F-64C2DFEF7422}"/>
              </a:ext>
            </a:extLst>
          </p:cNvPr>
          <p:cNvSpPr txBox="1"/>
          <p:nvPr/>
        </p:nvSpPr>
        <p:spPr>
          <a:xfrm>
            <a:off x="773196" y="94593"/>
            <a:ext cx="1088965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Practical Guide to Create an Interactive Sales Dashboard in Excel</a:t>
            </a:r>
          </a:p>
        </p:txBody>
      </p:sp>
      <p:sp>
        <p:nvSpPr>
          <p:cNvPr id="2" name="Slide Number Placeholder 1">
            <a:extLst>
              <a:ext uri="{FF2B5EF4-FFF2-40B4-BE49-F238E27FC236}">
                <a16:creationId xmlns:a16="http://schemas.microsoft.com/office/drawing/2014/main" id="{59B4C199-3F2C-7249-DA76-05B53E046783}"/>
              </a:ext>
            </a:extLst>
          </p:cNvPr>
          <p:cNvSpPr>
            <a:spLocks noGrp="1"/>
          </p:cNvSpPr>
          <p:nvPr>
            <p:ph type="sldNum" sz="quarter" idx="12"/>
          </p:nvPr>
        </p:nvSpPr>
        <p:spPr/>
        <p:txBody>
          <a:bodyPr/>
          <a:lstStyle/>
          <a:p>
            <a:fld id="{65E208CD-2C40-4697-8091-AB3A287F18B9}" type="slidenum">
              <a:rPr lang="en-US" smtClean="0"/>
              <a:t>30</a:t>
            </a:fld>
            <a:endParaRPr lang="en-US"/>
          </a:p>
        </p:txBody>
      </p:sp>
      <p:sp>
        <p:nvSpPr>
          <p:cNvPr id="4" name="TextBox 3">
            <a:extLst>
              <a:ext uri="{FF2B5EF4-FFF2-40B4-BE49-F238E27FC236}">
                <a16:creationId xmlns:a16="http://schemas.microsoft.com/office/drawing/2014/main" id="{0D7DC1DC-4FDD-B3E1-8279-277425EA2E62}"/>
              </a:ext>
            </a:extLst>
          </p:cNvPr>
          <p:cNvSpPr txBox="1"/>
          <p:nvPr/>
        </p:nvSpPr>
        <p:spPr>
          <a:xfrm>
            <a:off x="832714" y="865748"/>
            <a:ext cx="10925807" cy="6285567"/>
          </a:xfrm>
          <a:prstGeom prst="rect">
            <a:avLst/>
          </a:prstGeom>
          <a:noFill/>
        </p:spPr>
        <p:txBody>
          <a:bodyPr wrap="square">
            <a:spAutoFit/>
          </a:bodyPr>
          <a:lstStyle/>
          <a:p>
            <a:pPr>
              <a:lnSpc>
                <a:spcPct val="150000"/>
              </a:lnSpc>
            </a:pPr>
            <a:r>
              <a:rPr lang="en-US" b="1" dirty="0">
                <a:solidFill>
                  <a:srgbClr val="05668D"/>
                </a:solidFill>
                <a:latin typeface="Poppins" panose="00000500000000000000" pitchFamily="2" charset="0"/>
                <a:cs typeface="Poppins" panose="00000500000000000000" pitchFamily="2" charset="0"/>
              </a:rPr>
              <a:t>2. Creating Pivot Tables for Data Analysis</a:t>
            </a:r>
          </a:p>
          <a:p>
            <a:pPr>
              <a:lnSpc>
                <a:spcPct val="150000"/>
              </a:lnSpc>
            </a:pPr>
            <a:r>
              <a:rPr lang="en-US" b="1" dirty="0">
                <a:solidFill>
                  <a:srgbClr val="AF5A5A"/>
                </a:solidFill>
                <a:latin typeface="Poppins" panose="00000500000000000000" pitchFamily="2" charset="0"/>
                <a:cs typeface="Poppins" panose="00000500000000000000" pitchFamily="2" charset="0"/>
              </a:rPr>
              <a:t>Step 4: Build Pivot Tables</a:t>
            </a:r>
          </a:p>
          <a:p>
            <a:pPr>
              <a:lnSpc>
                <a:spcPct val="150000"/>
              </a:lnSpc>
            </a:pPr>
            <a:r>
              <a:rPr lang="en-US" dirty="0">
                <a:solidFill>
                  <a:srgbClr val="FFA300"/>
                </a:solidFill>
                <a:latin typeface="Poppins" panose="00000500000000000000" pitchFamily="2" charset="0"/>
                <a:cs typeface="Poppins" panose="00000500000000000000" pitchFamily="2" charset="0"/>
              </a:rPr>
              <a:t>a) Total Sales by Product Category</a:t>
            </a:r>
          </a:p>
          <a:p>
            <a:pPr lvl="2">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Drag </a:t>
            </a:r>
            <a:r>
              <a:rPr lang="en-US" b="1" dirty="0">
                <a:latin typeface="Poppins" panose="00000500000000000000" pitchFamily="2" charset="0"/>
                <a:cs typeface="Poppins" panose="00000500000000000000" pitchFamily="2" charset="0"/>
              </a:rPr>
              <a:t>Product Category</a:t>
            </a:r>
            <a:r>
              <a:rPr lang="en-US" dirty="0">
                <a:latin typeface="Poppins" panose="00000500000000000000" pitchFamily="2" charset="0"/>
                <a:cs typeface="Poppins" panose="00000500000000000000" pitchFamily="2" charset="0"/>
              </a:rPr>
              <a:t> to </a:t>
            </a:r>
            <a:r>
              <a:rPr lang="en-US" b="1" dirty="0">
                <a:latin typeface="Poppins" panose="00000500000000000000" pitchFamily="2" charset="0"/>
                <a:cs typeface="Poppins" panose="00000500000000000000" pitchFamily="2" charset="0"/>
              </a:rPr>
              <a:t>Rows</a:t>
            </a:r>
            <a:r>
              <a:rPr lang="en-US" dirty="0">
                <a:latin typeface="Poppins" panose="00000500000000000000" pitchFamily="2" charset="0"/>
                <a:cs typeface="Poppins" panose="00000500000000000000" pitchFamily="2" charset="0"/>
              </a:rPr>
              <a:t>.</a:t>
            </a:r>
          </a:p>
          <a:p>
            <a:pPr lvl="2">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Drag </a:t>
            </a:r>
            <a:r>
              <a:rPr lang="en-US" b="1" dirty="0">
                <a:latin typeface="Poppins" panose="00000500000000000000" pitchFamily="2" charset="0"/>
                <a:cs typeface="Poppins" panose="00000500000000000000" pitchFamily="2" charset="0"/>
              </a:rPr>
              <a:t>Sales Amount</a:t>
            </a:r>
            <a:r>
              <a:rPr lang="en-US" dirty="0">
                <a:latin typeface="Poppins" panose="00000500000000000000" pitchFamily="2" charset="0"/>
                <a:cs typeface="Poppins" panose="00000500000000000000" pitchFamily="2" charset="0"/>
              </a:rPr>
              <a:t> to </a:t>
            </a:r>
            <a:r>
              <a:rPr lang="en-US" b="1" dirty="0">
                <a:latin typeface="Poppins" panose="00000500000000000000" pitchFamily="2" charset="0"/>
                <a:cs typeface="Poppins" panose="00000500000000000000" pitchFamily="2" charset="0"/>
              </a:rPr>
              <a:t>Values</a:t>
            </a:r>
            <a:r>
              <a:rPr lang="en-US" dirty="0">
                <a:latin typeface="Poppins" panose="00000500000000000000" pitchFamily="2" charset="0"/>
                <a:cs typeface="Poppins" panose="00000500000000000000" pitchFamily="2" charset="0"/>
              </a:rPr>
              <a:t> (shows total sales per category).</a:t>
            </a:r>
          </a:p>
          <a:p>
            <a:pPr>
              <a:lnSpc>
                <a:spcPct val="150000"/>
              </a:lnSpc>
            </a:pPr>
            <a:r>
              <a:rPr lang="en-US" dirty="0">
                <a:solidFill>
                  <a:srgbClr val="FFA300"/>
                </a:solidFill>
                <a:latin typeface="Poppins" panose="00000500000000000000" pitchFamily="2" charset="0"/>
                <a:cs typeface="Poppins" panose="00000500000000000000" pitchFamily="2" charset="0"/>
              </a:rPr>
              <a:t>b) Total Sales by Region</a:t>
            </a:r>
          </a:p>
          <a:p>
            <a:pPr lvl="2">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Create another Pivot Table.</a:t>
            </a:r>
          </a:p>
          <a:p>
            <a:pPr lvl="2">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Drag </a:t>
            </a:r>
            <a:r>
              <a:rPr lang="en-US" b="1" dirty="0">
                <a:latin typeface="Poppins" panose="00000500000000000000" pitchFamily="2" charset="0"/>
                <a:cs typeface="Poppins" panose="00000500000000000000" pitchFamily="2" charset="0"/>
              </a:rPr>
              <a:t>Region</a:t>
            </a:r>
            <a:r>
              <a:rPr lang="en-US" dirty="0">
                <a:latin typeface="Poppins" panose="00000500000000000000" pitchFamily="2" charset="0"/>
                <a:cs typeface="Poppins" panose="00000500000000000000" pitchFamily="2" charset="0"/>
              </a:rPr>
              <a:t> to </a:t>
            </a:r>
            <a:r>
              <a:rPr lang="en-US" b="1" dirty="0">
                <a:latin typeface="Poppins" panose="00000500000000000000" pitchFamily="2" charset="0"/>
                <a:cs typeface="Poppins" panose="00000500000000000000" pitchFamily="2" charset="0"/>
              </a:rPr>
              <a:t>Rows</a:t>
            </a:r>
            <a:r>
              <a:rPr lang="en-US" dirty="0">
                <a:latin typeface="Poppins" panose="00000500000000000000" pitchFamily="2" charset="0"/>
                <a:cs typeface="Poppins" panose="00000500000000000000" pitchFamily="2" charset="0"/>
              </a:rPr>
              <a:t>.</a:t>
            </a:r>
          </a:p>
          <a:p>
            <a:pPr lvl="2">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Drag </a:t>
            </a:r>
            <a:r>
              <a:rPr lang="en-US" b="1" dirty="0">
                <a:latin typeface="Poppins" panose="00000500000000000000" pitchFamily="2" charset="0"/>
                <a:cs typeface="Poppins" panose="00000500000000000000" pitchFamily="2" charset="0"/>
              </a:rPr>
              <a:t>Sales Amount</a:t>
            </a:r>
            <a:r>
              <a:rPr lang="en-US" dirty="0">
                <a:latin typeface="Poppins" panose="00000500000000000000" pitchFamily="2" charset="0"/>
                <a:cs typeface="Poppins" panose="00000500000000000000" pitchFamily="2" charset="0"/>
              </a:rPr>
              <a:t> to </a:t>
            </a:r>
            <a:r>
              <a:rPr lang="en-US" b="1" dirty="0">
                <a:latin typeface="Poppins" panose="00000500000000000000" pitchFamily="2" charset="0"/>
                <a:cs typeface="Poppins" panose="00000500000000000000" pitchFamily="2" charset="0"/>
              </a:rPr>
              <a:t>Values</a:t>
            </a:r>
            <a:r>
              <a:rPr lang="en-US" dirty="0">
                <a:latin typeface="Poppins" panose="00000500000000000000" pitchFamily="2" charset="0"/>
                <a:cs typeface="Poppins" panose="00000500000000000000" pitchFamily="2" charset="0"/>
              </a:rPr>
              <a:t>.</a:t>
            </a:r>
          </a:p>
          <a:p>
            <a:pPr>
              <a:lnSpc>
                <a:spcPct val="150000"/>
              </a:lnSpc>
            </a:pPr>
            <a:r>
              <a:rPr lang="en-US" dirty="0">
                <a:solidFill>
                  <a:srgbClr val="FFA300"/>
                </a:solidFill>
                <a:latin typeface="Poppins" panose="00000500000000000000" pitchFamily="2" charset="0"/>
                <a:cs typeface="Poppins" panose="00000500000000000000" pitchFamily="2" charset="0"/>
              </a:rPr>
              <a:t>c) Monthly Sales Trend</a:t>
            </a:r>
          </a:p>
          <a:p>
            <a:pPr lvl="2">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Create a new Pivot Table.</a:t>
            </a:r>
          </a:p>
          <a:p>
            <a:pPr lvl="2">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Drag </a:t>
            </a:r>
            <a:r>
              <a:rPr lang="en-US" b="1" dirty="0">
                <a:latin typeface="Poppins" panose="00000500000000000000" pitchFamily="2" charset="0"/>
                <a:cs typeface="Poppins" panose="00000500000000000000" pitchFamily="2" charset="0"/>
              </a:rPr>
              <a:t>Order Date</a:t>
            </a:r>
            <a:r>
              <a:rPr lang="en-US" dirty="0">
                <a:latin typeface="Poppins" panose="00000500000000000000" pitchFamily="2" charset="0"/>
                <a:cs typeface="Poppins" panose="00000500000000000000" pitchFamily="2" charset="0"/>
              </a:rPr>
              <a:t> to </a:t>
            </a:r>
            <a:r>
              <a:rPr lang="en-US" b="1" dirty="0">
                <a:latin typeface="Poppins" panose="00000500000000000000" pitchFamily="2" charset="0"/>
                <a:cs typeface="Poppins" panose="00000500000000000000" pitchFamily="2" charset="0"/>
              </a:rPr>
              <a:t>Rows</a:t>
            </a:r>
            <a:r>
              <a:rPr lang="en-US" dirty="0">
                <a:latin typeface="Poppins" panose="00000500000000000000" pitchFamily="2" charset="0"/>
                <a:cs typeface="Poppins" panose="00000500000000000000" pitchFamily="2" charset="0"/>
              </a:rPr>
              <a:t> → Right-click → </a:t>
            </a:r>
            <a:r>
              <a:rPr lang="en-US" b="1" dirty="0">
                <a:latin typeface="Poppins" panose="00000500000000000000" pitchFamily="2" charset="0"/>
                <a:cs typeface="Poppins" panose="00000500000000000000" pitchFamily="2" charset="0"/>
              </a:rPr>
              <a:t>Group</a:t>
            </a:r>
            <a:r>
              <a:rPr lang="en-US" dirty="0">
                <a:latin typeface="Poppins" panose="00000500000000000000" pitchFamily="2" charset="0"/>
                <a:cs typeface="Poppins" panose="00000500000000000000" pitchFamily="2" charset="0"/>
              </a:rPr>
              <a:t> by "Months".</a:t>
            </a:r>
          </a:p>
          <a:p>
            <a:pPr lvl="2">
              <a:lnSpc>
                <a:spcPct val="150000"/>
              </a:lnSpc>
              <a:buFont typeface="Arial" panose="020B0604020202020204" pitchFamily="34" charset="0"/>
              <a:buChar char="•"/>
            </a:pPr>
            <a:r>
              <a:rPr lang="en-US" dirty="0">
                <a:latin typeface="Poppins" panose="00000500000000000000" pitchFamily="2" charset="0"/>
                <a:cs typeface="Poppins" panose="00000500000000000000" pitchFamily="2" charset="0"/>
              </a:rPr>
              <a:t>Drag </a:t>
            </a:r>
            <a:r>
              <a:rPr lang="en-US" b="1" dirty="0">
                <a:latin typeface="Poppins" panose="00000500000000000000" pitchFamily="2" charset="0"/>
                <a:cs typeface="Poppins" panose="00000500000000000000" pitchFamily="2" charset="0"/>
              </a:rPr>
              <a:t>Sales Amount</a:t>
            </a:r>
            <a:r>
              <a:rPr lang="en-US" dirty="0">
                <a:latin typeface="Poppins" panose="00000500000000000000" pitchFamily="2" charset="0"/>
                <a:cs typeface="Poppins" panose="00000500000000000000" pitchFamily="2" charset="0"/>
              </a:rPr>
              <a:t> to </a:t>
            </a:r>
            <a:r>
              <a:rPr lang="en-US" b="1" dirty="0">
                <a:latin typeface="Poppins" panose="00000500000000000000" pitchFamily="2" charset="0"/>
                <a:cs typeface="Poppins" panose="00000500000000000000" pitchFamily="2" charset="0"/>
              </a:rPr>
              <a:t>Values</a:t>
            </a:r>
            <a:r>
              <a:rPr lang="en-US" dirty="0">
                <a:latin typeface="Poppins" panose="00000500000000000000" pitchFamily="2" charset="0"/>
                <a:cs typeface="Poppins" panose="00000500000000000000" pitchFamily="2" charset="0"/>
              </a:rPr>
              <a:t>.</a:t>
            </a:r>
          </a:p>
          <a:p>
            <a:pPr>
              <a:lnSpc>
                <a:spcPct val="150000"/>
              </a:lnSpc>
            </a:pPr>
            <a:endParaRPr lang="en-US" dirty="0">
              <a:latin typeface="Poppins" panose="00000500000000000000" pitchFamily="2" charset="0"/>
              <a:cs typeface="Poppins" panose="00000500000000000000" pitchFamily="2" charset="0"/>
            </a:endParaRPr>
          </a:p>
          <a:p>
            <a:pPr>
              <a:lnSpc>
                <a:spcPct val="150000"/>
              </a:lnSpc>
            </a:pPr>
            <a:endParaRPr lang="en-US"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513313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24BC4-167E-E3DF-B5D6-01EB14FE2BC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ABE820F-8844-BC60-3D6E-E0CEE9037762}"/>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C9CED6D-A3CD-6F96-F959-AA14C5FE9017}"/>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FE62F01-C908-40C4-48CB-BDEB3E9F6DEC}"/>
              </a:ext>
            </a:extLst>
          </p:cNvPr>
          <p:cNvSpPr txBox="1"/>
          <p:nvPr/>
        </p:nvSpPr>
        <p:spPr>
          <a:xfrm>
            <a:off x="773196" y="94593"/>
            <a:ext cx="1088965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Practical Guide to Create an Interactive Sales Dashboard in Excel</a:t>
            </a:r>
          </a:p>
        </p:txBody>
      </p:sp>
      <p:sp>
        <p:nvSpPr>
          <p:cNvPr id="2" name="Slide Number Placeholder 1">
            <a:extLst>
              <a:ext uri="{FF2B5EF4-FFF2-40B4-BE49-F238E27FC236}">
                <a16:creationId xmlns:a16="http://schemas.microsoft.com/office/drawing/2014/main" id="{A8EB5861-B5C1-C7BF-CEE8-86FF801041A5}"/>
              </a:ext>
            </a:extLst>
          </p:cNvPr>
          <p:cNvSpPr>
            <a:spLocks noGrp="1"/>
          </p:cNvSpPr>
          <p:nvPr>
            <p:ph type="sldNum" sz="quarter" idx="12"/>
          </p:nvPr>
        </p:nvSpPr>
        <p:spPr/>
        <p:txBody>
          <a:bodyPr/>
          <a:lstStyle/>
          <a:p>
            <a:fld id="{65E208CD-2C40-4697-8091-AB3A287F18B9}" type="slidenum">
              <a:rPr lang="en-US" smtClean="0"/>
              <a:t>31</a:t>
            </a:fld>
            <a:endParaRPr lang="en-US"/>
          </a:p>
        </p:txBody>
      </p:sp>
      <p:sp>
        <p:nvSpPr>
          <p:cNvPr id="4" name="TextBox 3">
            <a:extLst>
              <a:ext uri="{FF2B5EF4-FFF2-40B4-BE49-F238E27FC236}">
                <a16:creationId xmlns:a16="http://schemas.microsoft.com/office/drawing/2014/main" id="{8E9E1268-2F9F-7298-AD16-43458F59A89F}"/>
              </a:ext>
            </a:extLst>
          </p:cNvPr>
          <p:cNvSpPr txBox="1"/>
          <p:nvPr/>
        </p:nvSpPr>
        <p:spPr>
          <a:xfrm>
            <a:off x="832714" y="865748"/>
            <a:ext cx="10925807" cy="2546082"/>
          </a:xfrm>
          <a:prstGeom prst="rect">
            <a:avLst/>
          </a:prstGeom>
          <a:noFill/>
        </p:spPr>
        <p:txBody>
          <a:bodyPr wrap="square">
            <a:spAutoFit/>
          </a:bodyPr>
          <a:lstStyle/>
          <a:p>
            <a:pPr>
              <a:lnSpc>
                <a:spcPct val="150000"/>
              </a:lnSpc>
            </a:pPr>
            <a:r>
              <a:rPr lang="en-US" b="1" dirty="0">
                <a:solidFill>
                  <a:srgbClr val="05668D"/>
                </a:solidFill>
                <a:latin typeface="Poppins" panose="00000500000000000000" pitchFamily="2" charset="0"/>
                <a:cs typeface="Poppins" panose="00000500000000000000" pitchFamily="2" charset="0"/>
              </a:rPr>
              <a:t>3. Creating Pivot Charts for Visualization</a:t>
            </a:r>
          </a:p>
          <a:p>
            <a:pPr>
              <a:lnSpc>
                <a:spcPct val="150000"/>
              </a:lnSpc>
            </a:pPr>
            <a:r>
              <a:rPr lang="en-US" b="1" dirty="0">
                <a:solidFill>
                  <a:srgbClr val="AF5A5A"/>
                </a:solidFill>
                <a:latin typeface="Poppins" panose="00000500000000000000" pitchFamily="2" charset="0"/>
                <a:cs typeface="Poppins" panose="00000500000000000000" pitchFamily="2" charset="0"/>
              </a:rPr>
              <a:t>Step 5: Insert Pivot Charts</a:t>
            </a:r>
          </a:p>
          <a:p>
            <a:pPr lvl="1">
              <a:lnSpc>
                <a:spcPct val="150000"/>
              </a:lnSpc>
              <a:buFont typeface="+mj-lt"/>
              <a:buAutoNum type="arabicPeriod"/>
            </a:pPr>
            <a:r>
              <a:rPr lang="en-US" dirty="0">
                <a:latin typeface="Poppins" panose="00000500000000000000" pitchFamily="2" charset="0"/>
                <a:cs typeface="Poppins" panose="00000500000000000000" pitchFamily="2" charset="0"/>
              </a:rPr>
              <a:t>Click inside the first Pivot Table (</a:t>
            </a:r>
            <a:r>
              <a:rPr lang="en-US" b="1" dirty="0">
                <a:latin typeface="Poppins" panose="00000500000000000000" pitchFamily="2" charset="0"/>
                <a:cs typeface="Poppins" panose="00000500000000000000" pitchFamily="2" charset="0"/>
              </a:rPr>
              <a:t>Sales by Category</a:t>
            </a:r>
            <a:r>
              <a:rPr lang="en-US" dirty="0">
                <a:latin typeface="Poppins" panose="00000500000000000000" pitchFamily="2" charset="0"/>
                <a:cs typeface="Poppins" panose="00000500000000000000" pitchFamily="2" charset="0"/>
              </a:rPr>
              <a:t>).</a:t>
            </a:r>
          </a:p>
          <a:p>
            <a:pPr lvl="1">
              <a:lnSpc>
                <a:spcPct val="150000"/>
              </a:lnSpc>
              <a:buFont typeface="+mj-lt"/>
              <a:buAutoNum type="arabicPeriod"/>
            </a:pPr>
            <a:r>
              <a:rPr lang="en-US" dirty="0">
                <a:latin typeface="Poppins" panose="00000500000000000000" pitchFamily="2" charset="0"/>
                <a:cs typeface="Poppins" panose="00000500000000000000" pitchFamily="2" charset="0"/>
              </a:rPr>
              <a:t>Go to </a:t>
            </a:r>
            <a:r>
              <a:rPr lang="en-US" b="1" dirty="0">
                <a:latin typeface="Poppins" panose="00000500000000000000" pitchFamily="2" charset="0"/>
                <a:cs typeface="Poppins" panose="00000500000000000000" pitchFamily="2" charset="0"/>
              </a:rPr>
              <a:t>Insert</a:t>
            </a:r>
            <a:r>
              <a:rPr lang="en-US" dirty="0">
                <a:latin typeface="Poppins" panose="00000500000000000000" pitchFamily="2" charset="0"/>
                <a:cs typeface="Poppins" panose="00000500000000000000" pitchFamily="2" charset="0"/>
              </a:rPr>
              <a:t> → </a:t>
            </a:r>
            <a:r>
              <a:rPr lang="en-US" b="1" dirty="0">
                <a:latin typeface="Poppins" panose="00000500000000000000" pitchFamily="2" charset="0"/>
                <a:cs typeface="Poppins" panose="00000500000000000000" pitchFamily="2" charset="0"/>
              </a:rPr>
              <a:t>Column Chart</a:t>
            </a:r>
            <a:r>
              <a:rPr lang="en-US" dirty="0">
                <a:latin typeface="Poppins" panose="00000500000000000000" pitchFamily="2" charset="0"/>
                <a:cs typeface="Poppins" panose="00000500000000000000" pitchFamily="2" charset="0"/>
              </a:rPr>
              <a:t> → Choose </a:t>
            </a:r>
            <a:r>
              <a:rPr lang="en-US" b="1" dirty="0">
                <a:latin typeface="Poppins" panose="00000500000000000000" pitchFamily="2" charset="0"/>
                <a:cs typeface="Poppins" panose="00000500000000000000" pitchFamily="2" charset="0"/>
              </a:rPr>
              <a:t>Clustered Column</a:t>
            </a:r>
            <a:r>
              <a:rPr lang="en-US" dirty="0">
                <a:latin typeface="Poppins" panose="00000500000000000000" pitchFamily="2" charset="0"/>
                <a:cs typeface="Poppins" panose="00000500000000000000" pitchFamily="2" charset="0"/>
              </a:rPr>
              <a:t>.</a:t>
            </a:r>
          </a:p>
          <a:p>
            <a:pPr lvl="1">
              <a:lnSpc>
                <a:spcPct val="150000"/>
              </a:lnSpc>
              <a:buFont typeface="+mj-lt"/>
              <a:buAutoNum type="arabicPeriod"/>
            </a:pPr>
            <a:r>
              <a:rPr lang="en-US" dirty="0">
                <a:latin typeface="Poppins" panose="00000500000000000000" pitchFamily="2" charset="0"/>
                <a:cs typeface="Poppins" panose="00000500000000000000" pitchFamily="2" charset="0"/>
              </a:rPr>
              <a:t>Move the chart to the Dashboard sheet.</a:t>
            </a:r>
          </a:p>
          <a:p>
            <a:pPr lvl="1">
              <a:lnSpc>
                <a:spcPct val="150000"/>
              </a:lnSpc>
              <a:buFont typeface="+mj-lt"/>
              <a:buAutoNum type="arabicPeriod"/>
            </a:pPr>
            <a:r>
              <a:rPr lang="en-US" dirty="0">
                <a:latin typeface="Poppins" panose="00000500000000000000" pitchFamily="2" charset="0"/>
                <a:cs typeface="Poppins" panose="00000500000000000000" pitchFamily="2" charset="0"/>
              </a:rPr>
              <a:t>Repeat for </a:t>
            </a:r>
            <a:r>
              <a:rPr lang="en-US" b="1" dirty="0">
                <a:latin typeface="Poppins" panose="00000500000000000000" pitchFamily="2" charset="0"/>
                <a:cs typeface="Poppins" panose="00000500000000000000" pitchFamily="2" charset="0"/>
              </a:rPr>
              <a:t>Sales by Region</a:t>
            </a:r>
            <a:r>
              <a:rPr lang="en-US" dirty="0">
                <a:latin typeface="Poppins" panose="00000500000000000000" pitchFamily="2" charset="0"/>
                <a:cs typeface="Poppins" panose="00000500000000000000" pitchFamily="2" charset="0"/>
              </a:rPr>
              <a:t> and </a:t>
            </a:r>
            <a:r>
              <a:rPr lang="en-US" b="1" dirty="0">
                <a:latin typeface="Poppins" panose="00000500000000000000" pitchFamily="2" charset="0"/>
                <a:cs typeface="Poppins" panose="00000500000000000000" pitchFamily="2" charset="0"/>
              </a:rPr>
              <a:t>Monthly Sales Trend</a:t>
            </a:r>
            <a:r>
              <a:rPr lang="en-US" dirty="0">
                <a:latin typeface="Poppins" panose="00000500000000000000" pitchFamily="2" charset="0"/>
                <a:cs typeface="Poppins" panose="00000500000000000000" pitchFamily="2" charset="0"/>
              </a:rPr>
              <a:t> (use a </a:t>
            </a:r>
            <a:r>
              <a:rPr lang="en-US" b="1" dirty="0">
                <a:latin typeface="Poppins" panose="00000500000000000000" pitchFamily="2" charset="0"/>
                <a:cs typeface="Poppins" panose="00000500000000000000" pitchFamily="2" charset="0"/>
              </a:rPr>
              <a:t>Line Chart</a:t>
            </a:r>
            <a:r>
              <a:rPr lang="en-US" dirty="0">
                <a:latin typeface="Poppins" panose="00000500000000000000" pitchFamily="2" charset="0"/>
                <a:cs typeface="Poppins" panose="00000500000000000000" pitchFamily="2" charset="0"/>
              </a:rPr>
              <a:t>).</a:t>
            </a:r>
          </a:p>
        </p:txBody>
      </p:sp>
    </p:spTree>
    <p:extLst>
      <p:ext uri="{BB962C8B-B14F-4D97-AF65-F5344CB8AC3E}">
        <p14:creationId xmlns:p14="http://schemas.microsoft.com/office/powerpoint/2010/main" val="317046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AC284-D895-A0AC-24D8-73E4FE29FA0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5D90D19-FFC4-8BFE-8566-262366163C6F}"/>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C624201-CFF6-629A-0F77-1D64B688A51E}"/>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9EA8CB2-7FCF-D719-F26F-0F184ED2ABA3}"/>
              </a:ext>
            </a:extLst>
          </p:cNvPr>
          <p:cNvSpPr txBox="1"/>
          <p:nvPr/>
        </p:nvSpPr>
        <p:spPr>
          <a:xfrm>
            <a:off x="773196" y="94593"/>
            <a:ext cx="1088965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Practical Guide to Create an Interactive Sales Dashboard in Excel</a:t>
            </a:r>
          </a:p>
        </p:txBody>
      </p:sp>
      <p:sp>
        <p:nvSpPr>
          <p:cNvPr id="2" name="Slide Number Placeholder 1">
            <a:extLst>
              <a:ext uri="{FF2B5EF4-FFF2-40B4-BE49-F238E27FC236}">
                <a16:creationId xmlns:a16="http://schemas.microsoft.com/office/drawing/2014/main" id="{3F2D7C11-A4AC-D9AE-D3EC-1376028E451C}"/>
              </a:ext>
            </a:extLst>
          </p:cNvPr>
          <p:cNvSpPr>
            <a:spLocks noGrp="1"/>
          </p:cNvSpPr>
          <p:nvPr>
            <p:ph type="sldNum" sz="quarter" idx="12"/>
          </p:nvPr>
        </p:nvSpPr>
        <p:spPr/>
        <p:txBody>
          <a:bodyPr/>
          <a:lstStyle/>
          <a:p>
            <a:fld id="{65E208CD-2C40-4697-8091-AB3A287F18B9}" type="slidenum">
              <a:rPr lang="en-US" smtClean="0"/>
              <a:t>32</a:t>
            </a:fld>
            <a:endParaRPr lang="en-US"/>
          </a:p>
        </p:txBody>
      </p:sp>
      <p:sp>
        <p:nvSpPr>
          <p:cNvPr id="4" name="TextBox 3">
            <a:extLst>
              <a:ext uri="{FF2B5EF4-FFF2-40B4-BE49-F238E27FC236}">
                <a16:creationId xmlns:a16="http://schemas.microsoft.com/office/drawing/2014/main" id="{94ED7CF4-8AA4-1898-44D1-FB4D861C8F72}"/>
              </a:ext>
            </a:extLst>
          </p:cNvPr>
          <p:cNvSpPr txBox="1"/>
          <p:nvPr/>
        </p:nvSpPr>
        <p:spPr>
          <a:xfrm>
            <a:off x="832714" y="865748"/>
            <a:ext cx="10925807" cy="2546082"/>
          </a:xfrm>
          <a:prstGeom prst="rect">
            <a:avLst/>
          </a:prstGeom>
          <a:noFill/>
        </p:spPr>
        <p:txBody>
          <a:bodyPr wrap="square">
            <a:spAutoFit/>
          </a:bodyPr>
          <a:lstStyle/>
          <a:p>
            <a:pPr>
              <a:lnSpc>
                <a:spcPct val="150000"/>
              </a:lnSpc>
            </a:pPr>
            <a:r>
              <a:rPr lang="en-US" b="1" dirty="0">
                <a:solidFill>
                  <a:srgbClr val="05668D"/>
                </a:solidFill>
                <a:latin typeface="Poppins" panose="00000500000000000000" pitchFamily="2" charset="0"/>
                <a:cs typeface="Poppins" panose="00000500000000000000" pitchFamily="2" charset="0"/>
              </a:rPr>
              <a:t>3. Creating Pivot Charts for Visualization</a:t>
            </a:r>
          </a:p>
          <a:p>
            <a:pPr>
              <a:lnSpc>
                <a:spcPct val="150000"/>
              </a:lnSpc>
            </a:pPr>
            <a:r>
              <a:rPr lang="en-US" b="1" dirty="0">
                <a:solidFill>
                  <a:srgbClr val="AF5A5A"/>
                </a:solidFill>
                <a:latin typeface="Poppins" panose="00000500000000000000" pitchFamily="2" charset="0"/>
                <a:cs typeface="Poppins" panose="00000500000000000000" pitchFamily="2" charset="0"/>
              </a:rPr>
              <a:t>Step 5: Insert Pivot Charts</a:t>
            </a:r>
          </a:p>
          <a:p>
            <a:pPr lvl="1">
              <a:lnSpc>
                <a:spcPct val="150000"/>
              </a:lnSpc>
              <a:buFont typeface="+mj-lt"/>
              <a:buAutoNum type="arabicPeriod"/>
            </a:pPr>
            <a:r>
              <a:rPr lang="en-US" dirty="0">
                <a:latin typeface="Poppins" panose="00000500000000000000" pitchFamily="2" charset="0"/>
                <a:cs typeface="Poppins" panose="00000500000000000000" pitchFamily="2" charset="0"/>
              </a:rPr>
              <a:t>Click inside the first Pivot Table (</a:t>
            </a:r>
            <a:r>
              <a:rPr lang="en-US" b="1" dirty="0">
                <a:latin typeface="Poppins" panose="00000500000000000000" pitchFamily="2" charset="0"/>
                <a:cs typeface="Poppins" panose="00000500000000000000" pitchFamily="2" charset="0"/>
              </a:rPr>
              <a:t>Sales by Category</a:t>
            </a:r>
            <a:r>
              <a:rPr lang="en-US" dirty="0">
                <a:latin typeface="Poppins" panose="00000500000000000000" pitchFamily="2" charset="0"/>
                <a:cs typeface="Poppins" panose="00000500000000000000" pitchFamily="2" charset="0"/>
              </a:rPr>
              <a:t>).</a:t>
            </a:r>
          </a:p>
          <a:p>
            <a:pPr lvl="1">
              <a:lnSpc>
                <a:spcPct val="150000"/>
              </a:lnSpc>
              <a:buFont typeface="+mj-lt"/>
              <a:buAutoNum type="arabicPeriod"/>
            </a:pPr>
            <a:r>
              <a:rPr lang="en-US" dirty="0">
                <a:latin typeface="Poppins" panose="00000500000000000000" pitchFamily="2" charset="0"/>
                <a:cs typeface="Poppins" panose="00000500000000000000" pitchFamily="2" charset="0"/>
              </a:rPr>
              <a:t>Go to </a:t>
            </a:r>
            <a:r>
              <a:rPr lang="en-US" b="1" dirty="0">
                <a:latin typeface="Poppins" panose="00000500000000000000" pitchFamily="2" charset="0"/>
                <a:cs typeface="Poppins" panose="00000500000000000000" pitchFamily="2" charset="0"/>
              </a:rPr>
              <a:t>Insert</a:t>
            </a:r>
            <a:r>
              <a:rPr lang="en-US" dirty="0">
                <a:latin typeface="Poppins" panose="00000500000000000000" pitchFamily="2" charset="0"/>
                <a:cs typeface="Poppins" panose="00000500000000000000" pitchFamily="2" charset="0"/>
              </a:rPr>
              <a:t> → </a:t>
            </a:r>
            <a:r>
              <a:rPr lang="en-US" b="1" dirty="0">
                <a:latin typeface="Poppins" panose="00000500000000000000" pitchFamily="2" charset="0"/>
                <a:cs typeface="Poppins" panose="00000500000000000000" pitchFamily="2" charset="0"/>
              </a:rPr>
              <a:t>Column Chart</a:t>
            </a:r>
            <a:r>
              <a:rPr lang="en-US" dirty="0">
                <a:latin typeface="Poppins" panose="00000500000000000000" pitchFamily="2" charset="0"/>
                <a:cs typeface="Poppins" panose="00000500000000000000" pitchFamily="2" charset="0"/>
              </a:rPr>
              <a:t> → Choose </a:t>
            </a:r>
            <a:r>
              <a:rPr lang="en-US" b="1" dirty="0">
                <a:latin typeface="Poppins" panose="00000500000000000000" pitchFamily="2" charset="0"/>
                <a:cs typeface="Poppins" panose="00000500000000000000" pitchFamily="2" charset="0"/>
              </a:rPr>
              <a:t>Clustered Column</a:t>
            </a:r>
            <a:r>
              <a:rPr lang="en-US" dirty="0">
                <a:latin typeface="Poppins" panose="00000500000000000000" pitchFamily="2" charset="0"/>
                <a:cs typeface="Poppins" panose="00000500000000000000" pitchFamily="2" charset="0"/>
              </a:rPr>
              <a:t>.</a:t>
            </a:r>
          </a:p>
          <a:p>
            <a:pPr lvl="1">
              <a:lnSpc>
                <a:spcPct val="150000"/>
              </a:lnSpc>
              <a:buFont typeface="+mj-lt"/>
              <a:buAutoNum type="arabicPeriod"/>
            </a:pPr>
            <a:r>
              <a:rPr lang="en-US" dirty="0">
                <a:latin typeface="Poppins" panose="00000500000000000000" pitchFamily="2" charset="0"/>
                <a:cs typeface="Poppins" panose="00000500000000000000" pitchFamily="2" charset="0"/>
              </a:rPr>
              <a:t>Move the chart to the Dashboard sheet.</a:t>
            </a:r>
          </a:p>
          <a:p>
            <a:pPr lvl="1">
              <a:lnSpc>
                <a:spcPct val="150000"/>
              </a:lnSpc>
              <a:buFont typeface="+mj-lt"/>
              <a:buAutoNum type="arabicPeriod"/>
            </a:pPr>
            <a:r>
              <a:rPr lang="en-US" dirty="0">
                <a:latin typeface="Poppins" panose="00000500000000000000" pitchFamily="2" charset="0"/>
                <a:cs typeface="Poppins" panose="00000500000000000000" pitchFamily="2" charset="0"/>
              </a:rPr>
              <a:t>Repeat for </a:t>
            </a:r>
            <a:r>
              <a:rPr lang="en-US" b="1" dirty="0">
                <a:latin typeface="Poppins" panose="00000500000000000000" pitchFamily="2" charset="0"/>
                <a:cs typeface="Poppins" panose="00000500000000000000" pitchFamily="2" charset="0"/>
              </a:rPr>
              <a:t>Sales by Region</a:t>
            </a:r>
            <a:r>
              <a:rPr lang="en-US" dirty="0">
                <a:latin typeface="Poppins" panose="00000500000000000000" pitchFamily="2" charset="0"/>
                <a:cs typeface="Poppins" panose="00000500000000000000" pitchFamily="2" charset="0"/>
              </a:rPr>
              <a:t> and </a:t>
            </a:r>
            <a:r>
              <a:rPr lang="en-US" b="1" dirty="0">
                <a:latin typeface="Poppins" panose="00000500000000000000" pitchFamily="2" charset="0"/>
                <a:cs typeface="Poppins" panose="00000500000000000000" pitchFamily="2" charset="0"/>
              </a:rPr>
              <a:t>Monthly Sales Trend</a:t>
            </a:r>
            <a:r>
              <a:rPr lang="en-US" dirty="0">
                <a:latin typeface="Poppins" panose="00000500000000000000" pitchFamily="2" charset="0"/>
                <a:cs typeface="Poppins" panose="00000500000000000000" pitchFamily="2" charset="0"/>
              </a:rPr>
              <a:t> (use a </a:t>
            </a:r>
            <a:r>
              <a:rPr lang="en-US" b="1" dirty="0">
                <a:latin typeface="Poppins" panose="00000500000000000000" pitchFamily="2" charset="0"/>
                <a:cs typeface="Poppins" panose="00000500000000000000" pitchFamily="2" charset="0"/>
              </a:rPr>
              <a:t>Line Chart</a:t>
            </a:r>
            <a:r>
              <a:rPr lang="en-US" dirty="0">
                <a:latin typeface="Poppins" panose="00000500000000000000" pitchFamily="2" charset="0"/>
                <a:cs typeface="Poppins" panose="00000500000000000000" pitchFamily="2" charset="0"/>
              </a:rPr>
              <a:t>).</a:t>
            </a:r>
          </a:p>
        </p:txBody>
      </p:sp>
    </p:spTree>
    <p:extLst>
      <p:ext uri="{BB962C8B-B14F-4D97-AF65-F5344CB8AC3E}">
        <p14:creationId xmlns:p14="http://schemas.microsoft.com/office/powerpoint/2010/main" val="4286959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A9BF3-A35F-4539-8041-FBD92799C19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5091573-AC05-9105-8397-98435CD39801}"/>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FA474A4-9A6C-627B-86E9-264E473CD74B}"/>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314131F-7A0E-6658-B2A7-FF0C675B7921}"/>
              </a:ext>
            </a:extLst>
          </p:cNvPr>
          <p:cNvSpPr txBox="1"/>
          <p:nvPr/>
        </p:nvSpPr>
        <p:spPr>
          <a:xfrm>
            <a:off x="773196" y="94593"/>
            <a:ext cx="1088965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Practical Guide to Create an Interactive Sales Dashboard in Excel</a:t>
            </a:r>
          </a:p>
        </p:txBody>
      </p:sp>
      <p:sp>
        <p:nvSpPr>
          <p:cNvPr id="2" name="Slide Number Placeholder 1">
            <a:extLst>
              <a:ext uri="{FF2B5EF4-FFF2-40B4-BE49-F238E27FC236}">
                <a16:creationId xmlns:a16="http://schemas.microsoft.com/office/drawing/2014/main" id="{2098402E-2970-DD1F-C525-7FF4B037A66D}"/>
              </a:ext>
            </a:extLst>
          </p:cNvPr>
          <p:cNvSpPr>
            <a:spLocks noGrp="1"/>
          </p:cNvSpPr>
          <p:nvPr>
            <p:ph type="sldNum" sz="quarter" idx="12"/>
          </p:nvPr>
        </p:nvSpPr>
        <p:spPr/>
        <p:txBody>
          <a:bodyPr/>
          <a:lstStyle/>
          <a:p>
            <a:fld id="{65E208CD-2C40-4697-8091-AB3A287F18B9}" type="slidenum">
              <a:rPr lang="en-US" smtClean="0"/>
              <a:t>33</a:t>
            </a:fld>
            <a:endParaRPr lang="en-US"/>
          </a:p>
        </p:txBody>
      </p:sp>
      <p:sp>
        <p:nvSpPr>
          <p:cNvPr id="4" name="TextBox 3">
            <a:extLst>
              <a:ext uri="{FF2B5EF4-FFF2-40B4-BE49-F238E27FC236}">
                <a16:creationId xmlns:a16="http://schemas.microsoft.com/office/drawing/2014/main" id="{38DD2D9E-9A1D-D7B9-3922-608C03491E45}"/>
              </a:ext>
            </a:extLst>
          </p:cNvPr>
          <p:cNvSpPr txBox="1"/>
          <p:nvPr/>
        </p:nvSpPr>
        <p:spPr>
          <a:xfrm>
            <a:off x="832714" y="865748"/>
            <a:ext cx="10925807" cy="5454570"/>
          </a:xfrm>
          <a:prstGeom prst="rect">
            <a:avLst/>
          </a:prstGeom>
          <a:noFill/>
        </p:spPr>
        <p:txBody>
          <a:bodyPr wrap="square">
            <a:spAutoFit/>
          </a:bodyPr>
          <a:lstStyle/>
          <a:p>
            <a:pPr>
              <a:lnSpc>
                <a:spcPct val="150000"/>
              </a:lnSpc>
            </a:pPr>
            <a:r>
              <a:rPr lang="en-US" b="1" dirty="0">
                <a:solidFill>
                  <a:srgbClr val="05668D"/>
                </a:solidFill>
                <a:latin typeface="Poppins" panose="00000500000000000000" pitchFamily="2" charset="0"/>
                <a:cs typeface="Poppins" panose="00000500000000000000" pitchFamily="2" charset="0"/>
              </a:rPr>
              <a:t>4. Adding Interactivity with Slicers and Timelines</a:t>
            </a:r>
          </a:p>
          <a:p>
            <a:pPr>
              <a:lnSpc>
                <a:spcPct val="150000"/>
              </a:lnSpc>
            </a:pPr>
            <a:r>
              <a:rPr lang="en-US" b="1" dirty="0">
                <a:solidFill>
                  <a:srgbClr val="AF5A5A"/>
                </a:solidFill>
                <a:latin typeface="Poppins" panose="00000500000000000000" pitchFamily="2" charset="0"/>
                <a:cs typeface="Poppins" panose="00000500000000000000" pitchFamily="2" charset="0"/>
              </a:rPr>
              <a:t>Step 6: Insert Slicers for Filtering</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Click inside any Pivot Table.</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Go to </a:t>
            </a:r>
            <a:r>
              <a:rPr lang="en-US" b="1" dirty="0">
                <a:latin typeface="Poppins" panose="00000500000000000000" pitchFamily="2" charset="0"/>
                <a:cs typeface="Poppins" panose="00000500000000000000" pitchFamily="2" charset="0"/>
              </a:rPr>
              <a:t>Insert</a:t>
            </a:r>
            <a:r>
              <a:rPr lang="en-US" dirty="0">
                <a:latin typeface="Poppins" panose="00000500000000000000" pitchFamily="2" charset="0"/>
                <a:cs typeface="Poppins" panose="00000500000000000000" pitchFamily="2" charset="0"/>
              </a:rPr>
              <a:t> → </a:t>
            </a:r>
            <a:r>
              <a:rPr lang="en-US" b="1" dirty="0">
                <a:latin typeface="Poppins" panose="00000500000000000000" pitchFamily="2" charset="0"/>
                <a:cs typeface="Poppins" panose="00000500000000000000" pitchFamily="2" charset="0"/>
              </a:rPr>
              <a:t>Slicer</a:t>
            </a:r>
            <a:r>
              <a:rPr lang="en-US" dirty="0">
                <a:latin typeface="Poppins" panose="00000500000000000000" pitchFamily="2" charset="0"/>
                <a:cs typeface="Poppins" panose="00000500000000000000" pitchFamily="2" charset="0"/>
              </a:rPr>
              <a:t>.</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Select fields:</a:t>
            </a:r>
          </a:p>
          <a:p>
            <a:pPr marL="1657350" lvl="3" indent="-285750">
              <a:lnSpc>
                <a:spcPct val="150000"/>
              </a:lnSpc>
              <a:buFont typeface="+mj-lt"/>
              <a:buAutoNum type="arabicPeriod"/>
            </a:pPr>
            <a:r>
              <a:rPr lang="en-US" b="1" dirty="0">
                <a:latin typeface="Poppins" panose="00000500000000000000" pitchFamily="2" charset="0"/>
                <a:cs typeface="Poppins" panose="00000500000000000000" pitchFamily="2" charset="0"/>
              </a:rPr>
              <a:t>Product Category</a:t>
            </a:r>
            <a:endParaRPr lang="en-US" dirty="0">
              <a:latin typeface="Poppins" panose="00000500000000000000" pitchFamily="2" charset="0"/>
              <a:cs typeface="Poppins" panose="00000500000000000000" pitchFamily="2" charset="0"/>
            </a:endParaRPr>
          </a:p>
          <a:p>
            <a:pPr marL="1657350" lvl="3" indent="-285750">
              <a:lnSpc>
                <a:spcPct val="150000"/>
              </a:lnSpc>
              <a:buFont typeface="+mj-lt"/>
              <a:buAutoNum type="arabicPeriod"/>
            </a:pPr>
            <a:r>
              <a:rPr lang="en-US" b="1" dirty="0">
                <a:latin typeface="Poppins" panose="00000500000000000000" pitchFamily="2" charset="0"/>
                <a:cs typeface="Poppins" panose="00000500000000000000" pitchFamily="2" charset="0"/>
              </a:rPr>
              <a:t>Region</a:t>
            </a:r>
            <a:endParaRPr lang="en-US" dirty="0">
              <a:latin typeface="Poppins" panose="00000500000000000000" pitchFamily="2" charset="0"/>
              <a:cs typeface="Poppins" panose="00000500000000000000" pitchFamily="2" charset="0"/>
            </a:endParaRPr>
          </a:p>
          <a:p>
            <a:pPr lvl="2">
              <a:lnSpc>
                <a:spcPct val="150000"/>
              </a:lnSpc>
              <a:buFont typeface="+mj-lt"/>
              <a:buAutoNum type="arabicPeriod"/>
            </a:pPr>
            <a:r>
              <a:rPr lang="en-US" dirty="0">
                <a:latin typeface="Poppins" panose="00000500000000000000" pitchFamily="2" charset="0"/>
                <a:cs typeface="Poppins" panose="00000500000000000000" pitchFamily="2" charset="0"/>
              </a:rPr>
              <a:t>Click </a:t>
            </a:r>
            <a:r>
              <a:rPr lang="en-US" b="1" dirty="0">
                <a:latin typeface="Poppins" panose="00000500000000000000" pitchFamily="2" charset="0"/>
                <a:cs typeface="Poppins" panose="00000500000000000000" pitchFamily="2" charset="0"/>
              </a:rPr>
              <a:t>OK</a:t>
            </a:r>
            <a:r>
              <a:rPr lang="en-US" dirty="0">
                <a:latin typeface="Poppins" panose="00000500000000000000" pitchFamily="2" charset="0"/>
                <a:cs typeface="Poppins" panose="00000500000000000000" pitchFamily="2" charset="0"/>
              </a:rPr>
              <a:t>, resize, and move them to the Dashboard sheet.</a:t>
            </a:r>
          </a:p>
          <a:p>
            <a:pPr>
              <a:lnSpc>
                <a:spcPct val="150000"/>
              </a:lnSpc>
            </a:pPr>
            <a:r>
              <a:rPr lang="en-US" b="1" dirty="0">
                <a:solidFill>
                  <a:srgbClr val="AF5A5A"/>
                </a:solidFill>
                <a:latin typeface="Poppins" panose="00000500000000000000" pitchFamily="2" charset="0"/>
                <a:cs typeface="Poppins" panose="00000500000000000000" pitchFamily="2" charset="0"/>
              </a:rPr>
              <a:t>Step 7: Insert a Timeline for Date Filtering</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Click inside the </a:t>
            </a:r>
            <a:r>
              <a:rPr lang="en-US" b="1" dirty="0">
                <a:latin typeface="Poppins" panose="00000500000000000000" pitchFamily="2" charset="0"/>
                <a:cs typeface="Poppins" panose="00000500000000000000" pitchFamily="2" charset="0"/>
              </a:rPr>
              <a:t>Monthly Sales Trend Pivot Table</a:t>
            </a:r>
            <a:r>
              <a:rPr lang="en-US" dirty="0">
                <a:latin typeface="Poppins" panose="00000500000000000000" pitchFamily="2" charset="0"/>
                <a:cs typeface="Poppins" panose="00000500000000000000" pitchFamily="2" charset="0"/>
              </a:rPr>
              <a:t>.</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Go to </a:t>
            </a:r>
            <a:r>
              <a:rPr lang="en-US" b="1" dirty="0">
                <a:latin typeface="Poppins" panose="00000500000000000000" pitchFamily="2" charset="0"/>
                <a:cs typeface="Poppins" panose="00000500000000000000" pitchFamily="2" charset="0"/>
              </a:rPr>
              <a:t>Insert</a:t>
            </a:r>
            <a:r>
              <a:rPr lang="en-US" dirty="0">
                <a:latin typeface="Poppins" panose="00000500000000000000" pitchFamily="2" charset="0"/>
                <a:cs typeface="Poppins" panose="00000500000000000000" pitchFamily="2" charset="0"/>
              </a:rPr>
              <a:t> → </a:t>
            </a:r>
            <a:r>
              <a:rPr lang="en-US" b="1" dirty="0">
                <a:latin typeface="Poppins" panose="00000500000000000000" pitchFamily="2" charset="0"/>
                <a:cs typeface="Poppins" panose="00000500000000000000" pitchFamily="2" charset="0"/>
              </a:rPr>
              <a:t>Timeline</a:t>
            </a:r>
            <a:r>
              <a:rPr lang="en-US" dirty="0">
                <a:latin typeface="Poppins" panose="00000500000000000000" pitchFamily="2" charset="0"/>
                <a:cs typeface="Poppins" panose="00000500000000000000" pitchFamily="2" charset="0"/>
              </a:rPr>
              <a:t>.</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Select </a:t>
            </a:r>
            <a:r>
              <a:rPr lang="en-US" b="1" dirty="0">
                <a:latin typeface="Poppins" panose="00000500000000000000" pitchFamily="2" charset="0"/>
                <a:cs typeface="Poppins" panose="00000500000000000000" pitchFamily="2" charset="0"/>
              </a:rPr>
              <a:t>Order Date</a:t>
            </a:r>
            <a:r>
              <a:rPr lang="en-US" dirty="0">
                <a:latin typeface="Poppins" panose="00000500000000000000" pitchFamily="2" charset="0"/>
                <a:cs typeface="Poppins" panose="00000500000000000000" pitchFamily="2" charset="0"/>
              </a:rPr>
              <a:t> and click OK.</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Resize and position it on the Dashboard sheet.</a:t>
            </a:r>
          </a:p>
        </p:txBody>
      </p:sp>
    </p:spTree>
    <p:extLst>
      <p:ext uri="{BB962C8B-B14F-4D97-AF65-F5344CB8AC3E}">
        <p14:creationId xmlns:p14="http://schemas.microsoft.com/office/powerpoint/2010/main" val="1990241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41B5F-BECC-C509-CF85-B7C7655D10D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3B03838-7E98-EA20-3E2A-A3274DAF1C14}"/>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B02274F-9AB4-946F-EC87-07B76C45B89B}"/>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06EF928-BA8D-2544-F480-2DD283F7528F}"/>
              </a:ext>
            </a:extLst>
          </p:cNvPr>
          <p:cNvSpPr txBox="1"/>
          <p:nvPr/>
        </p:nvSpPr>
        <p:spPr>
          <a:xfrm>
            <a:off x="773196" y="94593"/>
            <a:ext cx="1088965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Practical Guide to Create an Interactive Sales Dashboard in Excel</a:t>
            </a:r>
          </a:p>
        </p:txBody>
      </p:sp>
      <p:sp>
        <p:nvSpPr>
          <p:cNvPr id="2" name="Slide Number Placeholder 1">
            <a:extLst>
              <a:ext uri="{FF2B5EF4-FFF2-40B4-BE49-F238E27FC236}">
                <a16:creationId xmlns:a16="http://schemas.microsoft.com/office/drawing/2014/main" id="{847F6259-4D2C-7C0A-1251-B447046E404B}"/>
              </a:ext>
            </a:extLst>
          </p:cNvPr>
          <p:cNvSpPr>
            <a:spLocks noGrp="1"/>
          </p:cNvSpPr>
          <p:nvPr>
            <p:ph type="sldNum" sz="quarter" idx="12"/>
          </p:nvPr>
        </p:nvSpPr>
        <p:spPr/>
        <p:txBody>
          <a:bodyPr/>
          <a:lstStyle/>
          <a:p>
            <a:fld id="{65E208CD-2C40-4697-8091-AB3A287F18B9}" type="slidenum">
              <a:rPr lang="en-US" smtClean="0"/>
              <a:t>34</a:t>
            </a:fld>
            <a:endParaRPr lang="en-US"/>
          </a:p>
        </p:txBody>
      </p:sp>
      <p:sp>
        <p:nvSpPr>
          <p:cNvPr id="4" name="TextBox 3">
            <a:extLst>
              <a:ext uri="{FF2B5EF4-FFF2-40B4-BE49-F238E27FC236}">
                <a16:creationId xmlns:a16="http://schemas.microsoft.com/office/drawing/2014/main" id="{9DC1AEEA-3C80-192B-539D-20CE2C85BC31}"/>
              </a:ext>
            </a:extLst>
          </p:cNvPr>
          <p:cNvSpPr txBox="1"/>
          <p:nvPr/>
        </p:nvSpPr>
        <p:spPr>
          <a:xfrm>
            <a:off x="832714" y="865748"/>
            <a:ext cx="10925807" cy="5454570"/>
          </a:xfrm>
          <a:prstGeom prst="rect">
            <a:avLst/>
          </a:prstGeom>
          <a:noFill/>
        </p:spPr>
        <p:txBody>
          <a:bodyPr wrap="square">
            <a:spAutoFit/>
          </a:bodyPr>
          <a:lstStyle/>
          <a:p>
            <a:pPr>
              <a:lnSpc>
                <a:spcPct val="150000"/>
              </a:lnSpc>
            </a:pPr>
            <a:r>
              <a:rPr lang="en-US" b="1" dirty="0">
                <a:solidFill>
                  <a:srgbClr val="05668D"/>
                </a:solidFill>
                <a:latin typeface="Poppins" panose="00000500000000000000" pitchFamily="2" charset="0"/>
                <a:cs typeface="Poppins" panose="00000500000000000000" pitchFamily="2" charset="0"/>
              </a:rPr>
              <a:t>4. Adding Interactivity with Slicers and Timelines</a:t>
            </a:r>
          </a:p>
          <a:p>
            <a:pPr>
              <a:lnSpc>
                <a:spcPct val="150000"/>
              </a:lnSpc>
            </a:pPr>
            <a:r>
              <a:rPr lang="en-US" b="1" dirty="0">
                <a:solidFill>
                  <a:srgbClr val="AF5A5A"/>
                </a:solidFill>
                <a:latin typeface="Poppins" panose="00000500000000000000" pitchFamily="2" charset="0"/>
                <a:cs typeface="Poppins" panose="00000500000000000000" pitchFamily="2" charset="0"/>
              </a:rPr>
              <a:t>Step 6: Insert Slicers for Filtering</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Click inside any Pivot Table.</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Go to </a:t>
            </a:r>
            <a:r>
              <a:rPr lang="en-US" b="1" dirty="0">
                <a:latin typeface="Poppins" panose="00000500000000000000" pitchFamily="2" charset="0"/>
                <a:cs typeface="Poppins" panose="00000500000000000000" pitchFamily="2" charset="0"/>
              </a:rPr>
              <a:t>Insert</a:t>
            </a:r>
            <a:r>
              <a:rPr lang="en-US" dirty="0">
                <a:latin typeface="Poppins" panose="00000500000000000000" pitchFamily="2" charset="0"/>
                <a:cs typeface="Poppins" panose="00000500000000000000" pitchFamily="2" charset="0"/>
              </a:rPr>
              <a:t> → </a:t>
            </a:r>
            <a:r>
              <a:rPr lang="en-US" b="1" dirty="0">
                <a:latin typeface="Poppins" panose="00000500000000000000" pitchFamily="2" charset="0"/>
                <a:cs typeface="Poppins" panose="00000500000000000000" pitchFamily="2" charset="0"/>
              </a:rPr>
              <a:t>Slicer</a:t>
            </a:r>
            <a:r>
              <a:rPr lang="en-US" dirty="0">
                <a:latin typeface="Poppins" panose="00000500000000000000" pitchFamily="2" charset="0"/>
                <a:cs typeface="Poppins" panose="00000500000000000000" pitchFamily="2" charset="0"/>
              </a:rPr>
              <a:t>.</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Select fields:</a:t>
            </a:r>
          </a:p>
          <a:p>
            <a:pPr marL="1657350" lvl="3" indent="-285750">
              <a:lnSpc>
                <a:spcPct val="150000"/>
              </a:lnSpc>
              <a:buFont typeface="+mj-lt"/>
              <a:buAutoNum type="arabicPeriod"/>
            </a:pPr>
            <a:r>
              <a:rPr lang="en-US" b="1" dirty="0">
                <a:latin typeface="Poppins" panose="00000500000000000000" pitchFamily="2" charset="0"/>
                <a:cs typeface="Poppins" panose="00000500000000000000" pitchFamily="2" charset="0"/>
              </a:rPr>
              <a:t>Product Category</a:t>
            </a:r>
            <a:endParaRPr lang="en-US" dirty="0">
              <a:latin typeface="Poppins" panose="00000500000000000000" pitchFamily="2" charset="0"/>
              <a:cs typeface="Poppins" panose="00000500000000000000" pitchFamily="2" charset="0"/>
            </a:endParaRPr>
          </a:p>
          <a:p>
            <a:pPr marL="1657350" lvl="3" indent="-285750">
              <a:lnSpc>
                <a:spcPct val="150000"/>
              </a:lnSpc>
              <a:buFont typeface="+mj-lt"/>
              <a:buAutoNum type="arabicPeriod"/>
            </a:pPr>
            <a:r>
              <a:rPr lang="en-US" b="1" dirty="0">
                <a:latin typeface="Poppins" panose="00000500000000000000" pitchFamily="2" charset="0"/>
                <a:cs typeface="Poppins" panose="00000500000000000000" pitchFamily="2" charset="0"/>
              </a:rPr>
              <a:t>Region</a:t>
            </a:r>
            <a:endParaRPr lang="en-US" dirty="0">
              <a:latin typeface="Poppins" panose="00000500000000000000" pitchFamily="2" charset="0"/>
              <a:cs typeface="Poppins" panose="00000500000000000000" pitchFamily="2" charset="0"/>
            </a:endParaRPr>
          </a:p>
          <a:p>
            <a:pPr lvl="2">
              <a:lnSpc>
                <a:spcPct val="150000"/>
              </a:lnSpc>
              <a:buFont typeface="+mj-lt"/>
              <a:buAutoNum type="arabicPeriod"/>
            </a:pPr>
            <a:r>
              <a:rPr lang="en-US" dirty="0">
                <a:latin typeface="Poppins" panose="00000500000000000000" pitchFamily="2" charset="0"/>
                <a:cs typeface="Poppins" panose="00000500000000000000" pitchFamily="2" charset="0"/>
              </a:rPr>
              <a:t>Click </a:t>
            </a:r>
            <a:r>
              <a:rPr lang="en-US" b="1" dirty="0">
                <a:latin typeface="Poppins" panose="00000500000000000000" pitchFamily="2" charset="0"/>
                <a:cs typeface="Poppins" panose="00000500000000000000" pitchFamily="2" charset="0"/>
              </a:rPr>
              <a:t>OK</a:t>
            </a:r>
            <a:r>
              <a:rPr lang="en-US" dirty="0">
                <a:latin typeface="Poppins" panose="00000500000000000000" pitchFamily="2" charset="0"/>
                <a:cs typeface="Poppins" panose="00000500000000000000" pitchFamily="2" charset="0"/>
              </a:rPr>
              <a:t>, resize, and move them to the Dashboard sheet.</a:t>
            </a:r>
          </a:p>
          <a:p>
            <a:pPr>
              <a:lnSpc>
                <a:spcPct val="150000"/>
              </a:lnSpc>
            </a:pPr>
            <a:r>
              <a:rPr lang="en-US" b="1" dirty="0">
                <a:solidFill>
                  <a:srgbClr val="AF5A5A"/>
                </a:solidFill>
                <a:latin typeface="Poppins" panose="00000500000000000000" pitchFamily="2" charset="0"/>
                <a:cs typeface="Poppins" panose="00000500000000000000" pitchFamily="2" charset="0"/>
              </a:rPr>
              <a:t>Step 7: Insert a Timeline for Date Filtering</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Click inside the </a:t>
            </a:r>
            <a:r>
              <a:rPr lang="en-US" b="1" dirty="0">
                <a:latin typeface="Poppins" panose="00000500000000000000" pitchFamily="2" charset="0"/>
                <a:cs typeface="Poppins" panose="00000500000000000000" pitchFamily="2" charset="0"/>
              </a:rPr>
              <a:t>Monthly Sales Trend Pivot Table</a:t>
            </a:r>
            <a:r>
              <a:rPr lang="en-US" dirty="0">
                <a:latin typeface="Poppins" panose="00000500000000000000" pitchFamily="2" charset="0"/>
                <a:cs typeface="Poppins" panose="00000500000000000000" pitchFamily="2" charset="0"/>
              </a:rPr>
              <a:t>.</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Go to </a:t>
            </a:r>
            <a:r>
              <a:rPr lang="en-US" b="1" dirty="0">
                <a:latin typeface="Poppins" panose="00000500000000000000" pitchFamily="2" charset="0"/>
                <a:cs typeface="Poppins" panose="00000500000000000000" pitchFamily="2" charset="0"/>
              </a:rPr>
              <a:t>Insert</a:t>
            </a:r>
            <a:r>
              <a:rPr lang="en-US" dirty="0">
                <a:latin typeface="Poppins" panose="00000500000000000000" pitchFamily="2" charset="0"/>
                <a:cs typeface="Poppins" panose="00000500000000000000" pitchFamily="2" charset="0"/>
              </a:rPr>
              <a:t> → </a:t>
            </a:r>
            <a:r>
              <a:rPr lang="en-US" b="1" dirty="0">
                <a:latin typeface="Poppins" panose="00000500000000000000" pitchFamily="2" charset="0"/>
                <a:cs typeface="Poppins" panose="00000500000000000000" pitchFamily="2" charset="0"/>
              </a:rPr>
              <a:t>Timeline</a:t>
            </a:r>
            <a:r>
              <a:rPr lang="en-US" dirty="0">
                <a:latin typeface="Poppins" panose="00000500000000000000" pitchFamily="2" charset="0"/>
                <a:cs typeface="Poppins" panose="00000500000000000000" pitchFamily="2" charset="0"/>
              </a:rPr>
              <a:t>.</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Select </a:t>
            </a:r>
            <a:r>
              <a:rPr lang="en-US" b="1" dirty="0">
                <a:latin typeface="Poppins" panose="00000500000000000000" pitchFamily="2" charset="0"/>
                <a:cs typeface="Poppins" panose="00000500000000000000" pitchFamily="2" charset="0"/>
              </a:rPr>
              <a:t>Order Date</a:t>
            </a:r>
            <a:r>
              <a:rPr lang="en-US" dirty="0">
                <a:latin typeface="Poppins" panose="00000500000000000000" pitchFamily="2" charset="0"/>
                <a:cs typeface="Poppins" panose="00000500000000000000" pitchFamily="2" charset="0"/>
              </a:rPr>
              <a:t> and click OK.</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Resize and position it on the Dashboard sheet.</a:t>
            </a:r>
          </a:p>
        </p:txBody>
      </p:sp>
    </p:spTree>
    <p:extLst>
      <p:ext uri="{BB962C8B-B14F-4D97-AF65-F5344CB8AC3E}">
        <p14:creationId xmlns:p14="http://schemas.microsoft.com/office/powerpoint/2010/main" val="2969532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AFCD9-7349-1835-9D37-EA7358833C6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2492B82-D639-ECF5-9574-34CD864E7E58}"/>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5097E0C-98F1-CDB0-D0F1-705586264DEA}"/>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29F4C05-29A4-B3A0-4D7E-75F02BE3E22D}"/>
              </a:ext>
            </a:extLst>
          </p:cNvPr>
          <p:cNvSpPr txBox="1"/>
          <p:nvPr/>
        </p:nvSpPr>
        <p:spPr>
          <a:xfrm>
            <a:off x="773196" y="94593"/>
            <a:ext cx="1088965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Practical Guide to Create an Interactive Sales Dashboard in Excel</a:t>
            </a:r>
          </a:p>
        </p:txBody>
      </p:sp>
      <p:sp>
        <p:nvSpPr>
          <p:cNvPr id="2" name="Slide Number Placeholder 1">
            <a:extLst>
              <a:ext uri="{FF2B5EF4-FFF2-40B4-BE49-F238E27FC236}">
                <a16:creationId xmlns:a16="http://schemas.microsoft.com/office/drawing/2014/main" id="{C71837B6-63FB-13B7-D093-F137DCEA6D7C}"/>
              </a:ext>
            </a:extLst>
          </p:cNvPr>
          <p:cNvSpPr>
            <a:spLocks noGrp="1"/>
          </p:cNvSpPr>
          <p:nvPr>
            <p:ph type="sldNum" sz="quarter" idx="12"/>
          </p:nvPr>
        </p:nvSpPr>
        <p:spPr/>
        <p:txBody>
          <a:bodyPr/>
          <a:lstStyle/>
          <a:p>
            <a:fld id="{65E208CD-2C40-4697-8091-AB3A287F18B9}" type="slidenum">
              <a:rPr lang="en-US" smtClean="0"/>
              <a:t>35</a:t>
            </a:fld>
            <a:endParaRPr lang="en-US"/>
          </a:p>
        </p:txBody>
      </p:sp>
      <p:sp>
        <p:nvSpPr>
          <p:cNvPr id="4" name="TextBox 3">
            <a:extLst>
              <a:ext uri="{FF2B5EF4-FFF2-40B4-BE49-F238E27FC236}">
                <a16:creationId xmlns:a16="http://schemas.microsoft.com/office/drawing/2014/main" id="{01C8C1C9-C779-66DB-09DC-418154869E22}"/>
              </a:ext>
            </a:extLst>
          </p:cNvPr>
          <p:cNvSpPr txBox="1"/>
          <p:nvPr/>
        </p:nvSpPr>
        <p:spPr>
          <a:xfrm>
            <a:off x="832714" y="865748"/>
            <a:ext cx="10925807" cy="2546082"/>
          </a:xfrm>
          <a:prstGeom prst="rect">
            <a:avLst/>
          </a:prstGeom>
          <a:noFill/>
        </p:spPr>
        <p:txBody>
          <a:bodyPr wrap="square">
            <a:spAutoFit/>
          </a:bodyPr>
          <a:lstStyle/>
          <a:p>
            <a:pPr>
              <a:lnSpc>
                <a:spcPct val="150000"/>
              </a:lnSpc>
            </a:pPr>
            <a:r>
              <a:rPr lang="en-US" b="1" dirty="0">
                <a:solidFill>
                  <a:srgbClr val="05668D"/>
                </a:solidFill>
                <a:latin typeface="Poppins" panose="00000500000000000000" pitchFamily="2" charset="0"/>
                <a:cs typeface="Poppins" panose="00000500000000000000" pitchFamily="2" charset="0"/>
              </a:rPr>
              <a:t>5. Applying Conditional Formatting</a:t>
            </a:r>
          </a:p>
          <a:p>
            <a:pPr>
              <a:lnSpc>
                <a:spcPct val="150000"/>
              </a:lnSpc>
            </a:pPr>
            <a:endParaRPr lang="en-US" b="1" dirty="0">
              <a:solidFill>
                <a:srgbClr val="05668D"/>
              </a:solidFill>
              <a:latin typeface="Poppins" panose="00000500000000000000" pitchFamily="2" charset="0"/>
              <a:cs typeface="Poppins" panose="00000500000000000000" pitchFamily="2" charset="0"/>
            </a:endParaRPr>
          </a:p>
          <a:p>
            <a:pPr>
              <a:lnSpc>
                <a:spcPct val="150000"/>
              </a:lnSpc>
            </a:pPr>
            <a:r>
              <a:rPr lang="en-US" b="1" dirty="0">
                <a:solidFill>
                  <a:srgbClr val="AF5A5A"/>
                </a:solidFill>
                <a:latin typeface="Poppins" panose="00000500000000000000" pitchFamily="2" charset="0"/>
                <a:cs typeface="Poppins" panose="00000500000000000000" pitchFamily="2" charset="0"/>
              </a:rPr>
              <a:t>Step 8: Highlighting Top Performers</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Select </a:t>
            </a:r>
            <a:r>
              <a:rPr lang="en-US" b="1" dirty="0">
                <a:latin typeface="Poppins" panose="00000500000000000000" pitchFamily="2" charset="0"/>
                <a:cs typeface="Poppins" panose="00000500000000000000" pitchFamily="2" charset="0"/>
              </a:rPr>
              <a:t>Sales Amount</a:t>
            </a:r>
            <a:r>
              <a:rPr lang="en-US" dirty="0">
                <a:latin typeface="Poppins" panose="00000500000000000000" pitchFamily="2" charset="0"/>
                <a:cs typeface="Poppins" panose="00000500000000000000" pitchFamily="2" charset="0"/>
              </a:rPr>
              <a:t> in the Pivot Table.</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Go to </a:t>
            </a:r>
            <a:r>
              <a:rPr lang="en-US" b="1" dirty="0">
                <a:latin typeface="Poppins" panose="00000500000000000000" pitchFamily="2" charset="0"/>
                <a:cs typeface="Poppins" panose="00000500000000000000" pitchFamily="2" charset="0"/>
              </a:rPr>
              <a:t>Home</a:t>
            </a:r>
            <a:r>
              <a:rPr lang="en-US" dirty="0">
                <a:latin typeface="Poppins" panose="00000500000000000000" pitchFamily="2" charset="0"/>
                <a:cs typeface="Poppins" panose="00000500000000000000" pitchFamily="2" charset="0"/>
              </a:rPr>
              <a:t> → </a:t>
            </a:r>
            <a:r>
              <a:rPr lang="en-US" b="1" dirty="0">
                <a:latin typeface="Poppins" panose="00000500000000000000" pitchFamily="2" charset="0"/>
                <a:cs typeface="Poppins" panose="00000500000000000000" pitchFamily="2" charset="0"/>
              </a:rPr>
              <a:t>Conditional Formatting</a:t>
            </a:r>
            <a:r>
              <a:rPr lang="en-US" dirty="0">
                <a:latin typeface="Poppins" panose="00000500000000000000" pitchFamily="2" charset="0"/>
                <a:cs typeface="Poppins" panose="00000500000000000000" pitchFamily="2" charset="0"/>
              </a:rPr>
              <a:t>.</a:t>
            </a:r>
          </a:p>
          <a:p>
            <a:pPr lvl="2">
              <a:lnSpc>
                <a:spcPct val="150000"/>
              </a:lnSpc>
              <a:buFont typeface="+mj-lt"/>
              <a:buAutoNum type="arabicPeriod"/>
            </a:pPr>
            <a:r>
              <a:rPr lang="en-US" dirty="0">
                <a:latin typeface="Poppins" panose="00000500000000000000" pitchFamily="2" charset="0"/>
                <a:cs typeface="Poppins" panose="00000500000000000000" pitchFamily="2" charset="0"/>
              </a:rPr>
              <a:t>Choose </a:t>
            </a:r>
            <a:r>
              <a:rPr lang="en-US" b="1" dirty="0">
                <a:latin typeface="Poppins" panose="00000500000000000000" pitchFamily="2" charset="0"/>
                <a:cs typeface="Poppins" panose="00000500000000000000" pitchFamily="2" charset="0"/>
              </a:rPr>
              <a:t>Data Bars</a:t>
            </a:r>
            <a:r>
              <a:rPr lang="en-US" dirty="0">
                <a:latin typeface="Poppins" panose="00000500000000000000" pitchFamily="2" charset="0"/>
                <a:cs typeface="Poppins" panose="00000500000000000000" pitchFamily="2" charset="0"/>
              </a:rPr>
              <a:t> or </a:t>
            </a:r>
            <a:r>
              <a:rPr lang="en-US" b="1" dirty="0">
                <a:latin typeface="Poppins" panose="00000500000000000000" pitchFamily="2" charset="0"/>
                <a:cs typeface="Poppins" panose="00000500000000000000" pitchFamily="2" charset="0"/>
              </a:rPr>
              <a:t>Color Scales</a:t>
            </a:r>
            <a:r>
              <a:rPr lang="en-US" dirty="0">
                <a:latin typeface="Poppins" panose="00000500000000000000" pitchFamily="2" charset="0"/>
                <a:cs typeface="Poppins" panose="00000500000000000000" pitchFamily="2" charset="0"/>
              </a:rPr>
              <a:t> to highlight high/low sales values.</a:t>
            </a:r>
          </a:p>
        </p:txBody>
      </p:sp>
    </p:spTree>
    <p:extLst>
      <p:ext uri="{BB962C8B-B14F-4D97-AF65-F5344CB8AC3E}">
        <p14:creationId xmlns:p14="http://schemas.microsoft.com/office/powerpoint/2010/main" val="2671023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3F8F9-9209-6331-92BE-A0E99E9FC5A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28D3A7D-0111-B9D9-7503-4168790456D8}"/>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E9ADB97-E0B3-25AC-4D5A-09DCB3EA5862}"/>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D3056DF-8482-E5B1-3C84-B361EF35CB5F}"/>
              </a:ext>
            </a:extLst>
          </p:cNvPr>
          <p:cNvSpPr txBox="1"/>
          <p:nvPr/>
        </p:nvSpPr>
        <p:spPr>
          <a:xfrm>
            <a:off x="773196" y="94593"/>
            <a:ext cx="1088965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Practical Guide to Create an Interactive Sales Dashboard in Excel</a:t>
            </a:r>
          </a:p>
        </p:txBody>
      </p:sp>
      <p:sp>
        <p:nvSpPr>
          <p:cNvPr id="2" name="Slide Number Placeholder 1">
            <a:extLst>
              <a:ext uri="{FF2B5EF4-FFF2-40B4-BE49-F238E27FC236}">
                <a16:creationId xmlns:a16="http://schemas.microsoft.com/office/drawing/2014/main" id="{AB25D397-590C-A2C5-9137-823DFA84EBB0}"/>
              </a:ext>
            </a:extLst>
          </p:cNvPr>
          <p:cNvSpPr>
            <a:spLocks noGrp="1"/>
          </p:cNvSpPr>
          <p:nvPr>
            <p:ph type="sldNum" sz="quarter" idx="12"/>
          </p:nvPr>
        </p:nvSpPr>
        <p:spPr/>
        <p:txBody>
          <a:bodyPr/>
          <a:lstStyle/>
          <a:p>
            <a:fld id="{65E208CD-2C40-4697-8091-AB3A287F18B9}" type="slidenum">
              <a:rPr lang="en-US" smtClean="0"/>
              <a:t>36</a:t>
            </a:fld>
            <a:endParaRPr lang="en-US"/>
          </a:p>
        </p:txBody>
      </p:sp>
      <p:sp>
        <p:nvSpPr>
          <p:cNvPr id="4" name="TextBox 3">
            <a:extLst>
              <a:ext uri="{FF2B5EF4-FFF2-40B4-BE49-F238E27FC236}">
                <a16:creationId xmlns:a16="http://schemas.microsoft.com/office/drawing/2014/main" id="{24213491-CD38-F88D-4F63-D732B0910A15}"/>
              </a:ext>
            </a:extLst>
          </p:cNvPr>
          <p:cNvSpPr txBox="1"/>
          <p:nvPr/>
        </p:nvSpPr>
        <p:spPr>
          <a:xfrm>
            <a:off x="832714" y="865748"/>
            <a:ext cx="10925807" cy="2546082"/>
          </a:xfrm>
          <a:prstGeom prst="rect">
            <a:avLst/>
          </a:prstGeom>
          <a:noFill/>
        </p:spPr>
        <p:txBody>
          <a:bodyPr wrap="square">
            <a:spAutoFit/>
          </a:bodyPr>
          <a:lstStyle/>
          <a:p>
            <a:pPr>
              <a:lnSpc>
                <a:spcPct val="150000"/>
              </a:lnSpc>
            </a:pPr>
            <a:r>
              <a:rPr lang="en-US" b="1" dirty="0">
                <a:solidFill>
                  <a:srgbClr val="05668D"/>
                </a:solidFill>
                <a:latin typeface="Poppins" panose="00000500000000000000" pitchFamily="2" charset="0"/>
                <a:cs typeface="Poppins" panose="00000500000000000000" pitchFamily="2" charset="0"/>
              </a:rPr>
              <a:t>6. Final Touches for a Professional Dashboard</a:t>
            </a:r>
          </a:p>
          <a:p>
            <a:pPr>
              <a:lnSpc>
                <a:spcPct val="150000"/>
              </a:lnSpc>
            </a:pPr>
            <a:endParaRPr lang="en-US" b="1" dirty="0">
              <a:solidFill>
                <a:srgbClr val="05668D"/>
              </a:solidFill>
              <a:latin typeface="Poppins" panose="00000500000000000000" pitchFamily="2" charset="0"/>
              <a:cs typeface="Poppins" panose="00000500000000000000" pitchFamily="2" charset="0"/>
            </a:endParaRPr>
          </a:p>
          <a:p>
            <a:pPr>
              <a:lnSpc>
                <a:spcPct val="150000"/>
              </a:lnSpc>
            </a:pPr>
            <a:r>
              <a:rPr lang="en-US" b="1" dirty="0">
                <a:solidFill>
                  <a:srgbClr val="AF5A5A"/>
                </a:solidFill>
                <a:latin typeface="Poppins" panose="00000500000000000000" pitchFamily="2" charset="0"/>
                <a:cs typeface="Poppins" panose="00000500000000000000" pitchFamily="2" charset="0"/>
              </a:rPr>
              <a:t>Step 9: Formatting and Layout</a:t>
            </a:r>
          </a:p>
          <a:p>
            <a:pPr lvl="2">
              <a:lnSpc>
                <a:spcPct val="150000"/>
              </a:lnSpc>
              <a:buFont typeface="Arial" panose="020B0604020202020204" pitchFamily="34" charset="0"/>
              <a:buChar char="•"/>
            </a:pPr>
            <a:r>
              <a:rPr lang="en-US" b="1" dirty="0">
                <a:latin typeface="Poppins" panose="00000500000000000000" pitchFamily="2" charset="0"/>
                <a:cs typeface="Poppins" panose="00000500000000000000" pitchFamily="2" charset="0"/>
              </a:rPr>
              <a:t>Remove Gridlines:</a:t>
            </a:r>
            <a:r>
              <a:rPr lang="en-US" dirty="0">
                <a:latin typeface="Poppins" panose="00000500000000000000" pitchFamily="2" charset="0"/>
                <a:cs typeface="Poppins" panose="00000500000000000000" pitchFamily="2" charset="0"/>
              </a:rPr>
              <a:t> Go to </a:t>
            </a:r>
            <a:r>
              <a:rPr lang="en-US" b="1" dirty="0">
                <a:latin typeface="Poppins" panose="00000500000000000000" pitchFamily="2" charset="0"/>
                <a:cs typeface="Poppins" panose="00000500000000000000" pitchFamily="2" charset="0"/>
              </a:rPr>
              <a:t>View</a:t>
            </a:r>
            <a:r>
              <a:rPr lang="en-US" dirty="0">
                <a:latin typeface="Poppins" panose="00000500000000000000" pitchFamily="2" charset="0"/>
                <a:cs typeface="Poppins" panose="00000500000000000000" pitchFamily="2" charset="0"/>
              </a:rPr>
              <a:t> → Uncheck </a:t>
            </a:r>
            <a:r>
              <a:rPr lang="en-US" b="1" dirty="0">
                <a:latin typeface="Poppins" panose="00000500000000000000" pitchFamily="2" charset="0"/>
                <a:cs typeface="Poppins" panose="00000500000000000000" pitchFamily="2" charset="0"/>
              </a:rPr>
              <a:t>Gridlines</a:t>
            </a:r>
            <a:r>
              <a:rPr lang="en-US" dirty="0">
                <a:latin typeface="Poppins" panose="00000500000000000000" pitchFamily="2" charset="0"/>
                <a:cs typeface="Poppins" panose="00000500000000000000" pitchFamily="2" charset="0"/>
              </a:rPr>
              <a:t>.</a:t>
            </a:r>
          </a:p>
          <a:p>
            <a:pPr lvl="2">
              <a:lnSpc>
                <a:spcPct val="150000"/>
              </a:lnSpc>
              <a:buFont typeface="Arial" panose="020B0604020202020204" pitchFamily="34" charset="0"/>
              <a:buChar char="•"/>
            </a:pPr>
            <a:r>
              <a:rPr lang="en-US" b="1" dirty="0">
                <a:latin typeface="Poppins" panose="00000500000000000000" pitchFamily="2" charset="0"/>
                <a:cs typeface="Poppins" panose="00000500000000000000" pitchFamily="2" charset="0"/>
              </a:rPr>
              <a:t>Add a Dashboard Title:</a:t>
            </a:r>
            <a:r>
              <a:rPr lang="en-US" dirty="0">
                <a:latin typeface="Poppins" panose="00000500000000000000" pitchFamily="2" charset="0"/>
                <a:cs typeface="Poppins" panose="00000500000000000000" pitchFamily="2" charset="0"/>
              </a:rPr>
              <a:t> Insert a </a:t>
            </a:r>
            <a:r>
              <a:rPr lang="en-US" b="1" dirty="0">
                <a:latin typeface="Poppins" panose="00000500000000000000" pitchFamily="2" charset="0"/>
                <a:cs typeface="Poppins" panose="00000500000000000000" pitchFamily="2" charset="0"/>
              </a:rPr>
              <a:t>Text Box</a:t>
            </a:r>
            <a:r>
              <a:rPr lang="en-US" dirty="0">
                <a:latin typeface="Poppins" panose="00000500000000000000" pitchFamily="2" charset="0"/>
                <a:cs typeface="Poppins" panose="00000500000000000000" pitchFamily="2" charset="0"/>
              </a:rPr>
              <a:t> with “Sales Dashboard”.</a:t>
            </a:r>
          </a:p>
          <a:p>
            <a:pPr lvl="2">
              <a:lnSpc>
                <a:spcPct val="150000"/>
              </a:lnSpc>
              <a:buFont typeface="Arial" panose="020B0604020202020204" pitchFamily="34" charset="0"/>
              <a:buChar char="•"/>
            </a:pPr>
            <a:r>
              <a:rPr lang="en-US" b="1" dirty="0">
                <a:latin typeface="Poppins" panose="00000500000000000000" pitchFamily="2" charset="0"/>
                <a:cs typeface="Poppins" panose="00000500000000000000" pitchFamily="2" charset="0"/>
              </a:rPr>
              <a:t>Align Charts &amp; Slicers:</a:t>
            </a:r>
            <a:r>
              <a:rPr lang="en-US" dirty="0">
                <a:latin typeface="Poppins" panose="00000500000000000000" pitchFamily="2" charset="0"/>
                <a:cs typeface="Poppins" panose="00000500000000000000" pitchFamily="2" charset="0"/>
              </a:rPr>
              <a:t> Ensure everything is neatly arranged.</a:t>
            </a:r>
          </a:p>
        </p:txBody>
      </p:sp>
    </p:spTree>
    <p:extLst>
      <p:ext uri="{BB962C8B-B14F-4D97-AF65-F5344CB8AC3E}">
        <p14:creationId xmlns:p14="http://schemas.microsoft.com/office/powerpoint/2010/main" val="857326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37AD5-4C0F-272F-09C6-D97764A2FDA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0FE2DCF-8C1D-2AB3-D74F-74F669A3EF61}"/>
              </a:ext>
            </a:extLst>
          </p:cNvPr>
          <p:cNvSpPr/>
          <p:nvPr/>
        </p:nvSpPr>
        <p:spPr>
          <a:xfrm>
            <a:off x="0" y="2489982"/>
            <a:ext cx="60491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FF1FD98-EDF2-4538-B709-135EBFA69118}"/>
              </a:ext>
            </a:extLst>
          </p:cNvPr>
          <p:cNvSpPr/>
          <p:nvPr/>
        </p:nvSpPr>
        <p:spPr>
          <a:xfrm>
            <a:off x="11662848" y="2489981"/>
            <a:ext cx="529151" cy="2039815"/>
          </a:xfrm>
          <a:prstGeom prst="rect">
            <a:avLst/>
          </a:prstGeom>
          <a:solidFill>
            <a:srgbClr val="0566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0D3D85F-944D-4298-CB37-2333D948B23F}"/>
              </a:ext>
            </a:extLst>
          </p:cNvPr>
          <p:cNvSpPr txBox="1"/>
          <p:nvPr/>
        </p:nvSpPr>
        <p:spPr>
          <a:xfrm>
            <a:off x="773196" y="94593"/>
            <a:ext cx="10889652" cy="461665"/>
          </a:xfrm>
          <a:prstGeom prst="rect">
            <a:avLst/>
          </a:prstGeom>
          <a:noFill/>
        </p:spPr>
        <p:txBody>
          <a:bodyPr wrap="square" rtlCol="0">
            <a:spAutoFit/>
          </a:bodyPr>
          <a:lstStyle/>
          <a:p>
            <a:r>
              <a:rPr lang="en-US" sz="2400" b="1" dirty="0">
                <a:solidFill>
                  <a:srgbClr val="EDEDE0"/>
                </a:solidFill>
                <a:latin typeface="Poppins" panose="00000500000000000000" pitchFamily="2" charset="0"/>
                <a:cs typeface="Poppins" panose="00000500000000000000" pitchFamily="2" charset="0"/>
              </a:rPr>
              <a:t>Practical Guide to Create an Interactive Sales Dashboard in Excel</a:t>
            </a:r>
          </a:p>
        </p:txBody>
      </p:sp>
      <p:sp>
        <p:nvSpPr>
          <p:cNvPr id="2" name="Slide Number Placeholder 1">
            <a:extLst>
              <a:ext uri="{FF2B5EF4-FFF2-40B4-BE49-F238E27FC236}">
                <a16:creationId xmlns:a16="http://schemas.microsoft.com/office/drawing/2014/main" id="{B79513E4-E5DC-CD74-2382-5D63B8AABAAD}"/>
              </a:ext>
            </a:extLst>
          </p:cNvPr>
          <p:cNvSpPr>
            <a:spLocks noGrp="1"/>
          </p:cNvSpPr>
          <p:nvPr>
            <p:ph type="sldNum" sz="quarter" idx="12"/>
          </p:nvPr>
        </p:nvSpPr>
        <p:spPr/>
        <p:txBody>
          <a:bodyPr/>
          <a:lstStyle/>
          <a:p>
            <a:fld id="{65E208CD-2C40-4697-8091-AB3A287F18B9}" type="slidenum">
              <a:rPr lang="en-US" smtClean="0"/>
              <a:t>37</a:t>
            </a:fld>
            <a:endParaRPr lang="en-US"/>
          </a:p>
        </p:txBody>
      </p:sp>
      <p:pic>
        <p:nvPicPr>
          <p:cNvPr id="8" name="Picture 7">
            <a:extLst>
              <a:ext uri="{FF2B5EF4-FFF2-40B4-BE49-F238E27FC236}">
                <a16:creationId xmlns:a16="http://schemas.microsoft.com/office/drawing/2014/main" id="{0DAF35F1-39C7-E695-9903-FBDB40DF46F3}"/>
              </a:ext>
            </a:extLst>
          </p:cNvPr>
          <p:cNvPicPr>
            <a:picLocks noChangeAspect="1"/>
          </p:cNvPicPr>
          <p:nvPr/>
        </p:nvPicPr>
        <p:blipFill>
          <a:blip r:embed="rId2"/>
          <a:srcRect l="3715" t="8112" r="3861"/>
          <a:stretch/>
        </p:blipFill>
        <p:spPr>
          <a:xfrm>
            <a:off x="773196" y="755128"/>
            <a:ext cx="10515600" cy="5620675"/>
          </a:xfrm>
          <a:prstGeom prst="rect">
            <a:avLst/>
          </a:prstGeom>
        </p:spPr>
      </p:pic>
    </p:spTree>
    <p:extLst>
      <p:ext uri="{BB962C8B-B14F-4D97-AF65-F5344CB8AC3E}">
        <p14:creationId xmlns:p14="http://schemas.microsoft.com/office/powerpoint/2010/main" val="3846827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5317</TotalTime>
  <Words>3161</Words>
  <Application>Microsoft Office PowerPoint</Application>
  <PresentationFormat>Widescreen</PresentationFormat>
  <Paragraphs>356</Paragraphs>
  <Slides>37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HomePC</dc:creator>
  <cp:lastModifiedBy>Samuel Mati</cp:lastModifiedBy>
  <cp:revision>290</cp:revision>
  <dcterms:created xsi:type="dcterms:W3CDTF">2024-10-15T06:02:04Z</dcterms:created>
  <dcterms:modified xsi:type="dcterms:W3CDTF">2025-03-17T08:22:30Z</dcterms:modified>
</cp:coreProperties>
</file>