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523" r:id="rId3"/>
    <p:sldId id="524" r:id="rId4"/>
    <p:sldId id="525" r:id="rId5"/>
    <p:sldId id="526" r:id="rId6"/>
    <p:sldId id="538" r:id="rId7"/>
    <p:sldId id="539" r:id="rId8"/>
    <p:sldId id="528" r:id="rId9"/>
    <p:sldId id="529" r:id="rId10"/>
    <p:sldId id="530" r:id="rId11"/>
    <p:sldId id="531" r:id="rId12"/>
    <p:sldId id="532" r:id="rId13"/>
    <p:sldId id="533" r:id="rId14"/>
    <p:sldId id="534" r:id="rId15"/>
    <p:sldId id="535" r:id="rId16"/>
    <p:sldId id="536" r:id="rId17"/>
    <p:sldId id="53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055A099-2DBA-4F14-BB0E-ED92E6828769}">
          <p14:sldIdLst>
            <p14:sldId id="256"/>
            <p14:sldId id="523"/>
            <p14:sldId id="524"/>
            <p14:sldId id="525"/>
            <p14:sldId id="526"/>
            <p14:sldId id="538"/>
            <p14:sldId id="539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68D"/>
    <a:srgbClr val="AF5A5A"/>
    <a:srgbClr val="FFA300"/>
    <a:srgbClr val="EDE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84466" autoAdjust="0"/>
  </p:normalViewPr>
  <p:slideViewPr>
    <p:cSldViewPr snapToGrid="0">
      <p:cViewPr varScale="1">
        <p:scale>
          <a:sx n="53" d="100"/>
          <a:sy n="53" d="100"/>
        </p:scale>
        <p:origin x="1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Mati" userId="61946645-110e-412f-9a0d-1e20afb5a06b" providerId="ADAL" clId="{DA0F53CD-F61C-4E02-AA3B-3C6C5AE235D1}"/>
    <pc:docChg chg="undo custSel addSld delSld modSld sldOrd addSection delSection modSection">
      <pc:chgData name="Samuel Mati" userId="61946645-110e-412f-9a0d-1e20afb5a06b" providerId="ADAL" clId="{DA0F53CD-F61C-4E02-AA3B-3C6C5AE235D1}" dt="2025-10-21T06:45:41.800" v="644" actId="1076"/>
      <pc:docMkLst>
        <pc:docMk/>
      </pc:docMkLst>
      <pc:sldChg chg="addSp delSp modSp mod chgLayout">
        <pc:chgData name="Samuel Mati" userId="61946645-110e-412f-9a0d-1e20afb5a06b" providerId="ADAL" clId="{DA0F53CD-F61C-4E02-AA3B-3C6C5AE235D1}" dt="2025-10-21T05:58:10.686" v="73" actId="1076"/>
        <pc:sldMkLst>
          <pc:docMk/>
          <pc:sldMk cId="3053637734" sldId="256"/>
        </pc:sldMkLst>
        <pc:spChg chg="add mod ord">
          <ac:chgData name="Samuel Mati" userId="61946645-110e-412f-9a0d-1e20afb5a06b" providerId="ADAL" clId="{DA0F53CD-F61C-4E02-AA3B-3C6C5AE235D1}" dt="2025-10-21T05:58:06.757" v="72" actId="1076"/>
          <ac:spMkLst>
            <pc:docMk/>
            <pc:sldMk cId="3053637734" sldId="256"/>
            <ac:spMk id="2" creationId="{DA996E4B-646B-D3AB-D16F-4E8E9CDAE9A6}"/>
          </ac:spMkLst>
        </pc:spChg>
        <pc:spChg chg="del mod">
          <ac:chgData name="Samuel Mati" userId="61946645-110e-412f-9a0d-1e20afb5a06b" providerId="ADAL" clId="{DA0F53CD-F61C-4E02-AA3B-3C6C5AE235D1}" dt="2025-10-21T05:56:07.848" v="22" actId="478"/>
          <ac:spMkLst>
            <pc:docMk/>
            <pc:sldMk cId="3053637734" sldId="256"/>
            <ac:spMk id="4" creationId="{5CE79F97-640B-ECB7-0B32-7FDC4085FFAC}"/>
          </ac:spMkLst>
        </pc:spChg>
        <pc:spChg chg="add mod ord">
          <ac:chgData name="Samuel Mati" userId="61946645-110e-412f-9a0d-1e20afb5a06b" providerId="ADAL" clId="{DA0F53CD-F61C-4E02-AA3B-3C6C5AE235D1}" dt="2025-10-21T05:58:10.686" v="73" actId="1076"/>
          <ac:spMkLst>
            <pc:docMk/>
            <pc:sldMk cId="3053637734" sldId="256"/>
            <ac:spMk id="6" creationId="{2F3E8534-E7D5-FFD1-FB8D-0D802ECE6A11}"/>
          </ac:spMkLst>
        </pc:spChg>
        <pc:spChg chg="mod">
          <ac:chgData name="Samuel Mati" userId="61946645-110e-412f-9a0d-1e20afb5a06b" providerId="ADAL" clId="{DA0F53CD-F61C-4E02-AA3B-3C6C5AE235D1}" dt="2025-10-21T05:56:44.450" v="29" actId="1076"/>
          <ac:spMkLst>
            <pc:docMk/>
            <pc:sldMk cId="3053637734" sldId="256"/>
            <ac:spMk id="8" creationId="{00000000-0000-0000-0000-000000000000}"/>
          </ac:spMkLst>
        </pc:spChg>
        <pc:picChg chg="del">
          <ac:chgData name="Samuel Mati" userId="61946645-110e-412f-9a0d-1e20afb5a06b" providerId="ADAL" clId="{DA0F53CD-F61C-4E02-AA3B-3C6C5AE235D1}" dt="2025-10-21T05:58:02.583" v="71" actId="478"/>
          <ac:picMkLst>
            <pc:docMk/>
            <pc:sldMk cId="3053637734" sldId="256"/>
            <ac:picMk id="3" creationId="{101C2C98-0DC2-A19D-6694-406D84EC8821}"/>
          </ac:picMkLst>
        </pc:picChg>
      </pc:sldChg>
      <pc:sldChg chg="modSp mod">
        <pc:chgData name="Samuel Mati" userId="61946645-110e-412f-9a0d-1e20afb5a06b" providerId="ADAL" clId="{DA0F53CD-F61C-4E02-AA3B-3C6C5AE235D1}" dt="2025-10-21T06:44:40.679" v="637" actId="207"/>
        <pc:sldMkLst>
          <pc:docMk/>
          <pc:sldMk cId="2225374176" sldId="523"/>
        </pc:sldMkLst>
        <pc:spChg chg="mod">
          <ac:chgData name="Samuel Mati" userId="61946645-110e-412f-9a0d-1e20afb5a06b" providerId="ADAL" clId="{DA0F53CD-F61C-4E02-AA3B-3C6C5AE235D1}" dt="2025-10-21T05:58:33.707" v="92" actId="20577"/>
          <ac:spMkLst>
            <pc:docMk/>
            <pc:sldMk cId="2225374176" sldId="523"/>
            <ac:spMk id="6" creationId="{00000000-0000-0000-0000-000000000000}"/>
          </ac:spMkLst>
        </pc:spChg>
        <pc:spChg chg="mod">
          <ac:chgData name="Samuel Mati" userId="61946645-110e-412f-9a0d-1e20afb5a06b" providerId="ADAL" clId="{DA0F53CD-F61C-4E02-AA3B-3C6C5AE235D1}" dt="2025-10-21T06:44:40.679" v="637" actId="207"/>
          <ac:spMkLst>
            <pc:docMk/>
            <pc:sldMk cId="2225374176" sldId="523"/>
            <ac:spMk id="9" creationId="{00000000-0000-0000-0000-000000000000}"/>
          </ac:spMkLst>
        </pc:spChg>
      </pc:sldChg>
      <pc:sldChg chg="addSp delSp modSp mod ord">
        <pc:chgData name="Samuel Mati" userId="61946645-110e-412f-9a0d-1e20afb5a06b" providerId="ADAL" clId="{DA0F53CD-F61C-4E02-AA3B-3C6C5AE235D1}" dt="2025-10-21T06:45:41.800" v="644" actId="1076"/>
        <pc:sldMkLst>
          <pc:docMk/>
          <pc:sldMk cId="1033000820" sldId="524"/>
        </pc:sldMkLst>
        <pc:spChg chg="add mod">
          <ac:chgData name="Samuel Mati" userId="61946645-110e-412f-9a0d-1e20afb5a06b" providerId="ADAL" clId="{DA0F53CD-F61C-4E02-AA3B-3C6C5AE235D1}" dt="2025-10-21T06:45:41.800" v="644" actId="1076"/>
          <ac:spMkLst>
            <pc:docMk/>
            <pc:sldMk cId="1033000820" sldId="524"/>
            <ac:spMk id="2" creationId="{CA0902E8-B6CF-BC67-C178-D707D3C516CE}"/>
          </ac:spMkLst>
        </pc:spChg>
        <pc:spChg chg="mod">
          <ac:chgData name="Samuel Mati" userId="61946645-110e-412f-9a0d-1e20afb5a06b" providerId="ADAL" clId="{DA0F53CD-F61C-4E02-AA3B-3C6C5AE235D1}" dt="2025-10-21T05:59:39.792" v="104" actId="14100"/>
          <ac:spMkLst>
            <pc:docMk/>
            <pc:sldMk cId="1033000820" sldId="524"/>
            <ac:spMk id="6" creationId="{00000000-0000-0000-0000-000000000000}"/>
          </ac:spMkLst>
        </pc:spChg>
        <pc:spChg chg="del">
          <ac:chgData name="Samuel Mati" userId="61946645-110e-412f-9a0d-1e20afb5a06b" providerId="ADAL" clId="{DA0F53CD-F61C-4E02-AA3B-3C6C5AE235D1}" dt="2025-10-21T05:59:44.095" v="105" actId="478"/>
          <ac:spMkLst>
            <pc:docMk/>
            <pc:sldMk cId="1033000820" sldId="524"/>
            <ac:spMk id="9" creationId="{00000000-0000-0000-0000-000000000000}"/>
          </ac:spMkLst>
        </pc:spChg>
      </pc:sldChg>
      <pc:sldChg chg="modSp add mod">
        <pc:chgData name="Samuel Mati" userId="61946645-110e-412f-9a0d-1e20afb5a06b" providerId="ADAL" clId="{DA0F53CD-F61C-4E02-AA3B-3C6C5AE235D1}" dt="2025-10-21T06:37:38.623" v="550" actId="1076"/>
        <pc:sldMkLst>
          <pc:docMk/>
          <pc:sldMk cId="537571801" sldId="525"/>
        </pc:sldMkLst>
        <pc:spChg chg="mod">
          <ac:chgData name="Samuel Mati" userId="61946645-110e-412f-9a0d-1e20afb5a06b" providerId="ADAL" clId="{DA0F53CD-F61C-4E02-AA3B-3C6C5AE235D1}" dt="2025-10-21T06:37:38.623" v="550" actId="1076"/>
          <ac:spMkLst>
            <pc:docMk/>
            <pc:sldMk cId="537571801" sldId="525"/>
            <ac:spMk id="2" creationId="{E2BF1383-9AE1-4A41-89FA-99F0673EB023}"/>
          </ac:spMkLst>
        </pc:spChg>
        <pc:spChg chg="mod">
          <ac:chgData name="Samuel Mati" userId="61946645-110e-412f-9a0d-1e20afb5a06b" providerId="ADAL" clId="{DA0F53CD-F61C-4E02-AA3B-3C6C5AE235D1}" dt="2025-10-21T06:01:33.293" v="131" actId="20577"/>
          <ac:spMkLst>
            <pc:docMk/>
            <pc:sldMk cId="537571801" sldId="525"/>
            <ac:spMk id="6" creationId="{640B9C7F-9121-D5FB-8D17-95B69CB8C3BD}"/>
          </ac:spMkLst>
        </pc:spChg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2311766821" sldId="525"/>
        </pc:sldMkLst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1380287057" sldId="526"/>
        </pc:sldMkLst>
      </pc:sldChg>
      <pc:sldChg chg="modSp add mod">
        <pc:chgData name="Samuel Mati" userId="61946645-110e-412f-9a0d-1e20afb5a06b" providerId="ADAL" clId="{DA0F53CD-F61C-4E02-AA3B-3C6C5AE235D1}" dt="2025-10-21T06:38:36.431" v="568" actId="20577"/>
        <pc:sldMkLst>
          <pc:docMk/>
          <pc:sldMk cId="1797016518" sldId="526"/>
        </pc:sldMkLst>
        <pc:spChg chg="mod">
          <ac:chgData name="Samuel Mati" userId="61946645-110e-412f-9a0d-1e20afb5a06b" providerId="ADAL" clId="{DA0F53CD-F61C-4E02-AA3B-3C6C5AE235D1}" dt="2025-10-21T06:38:36.431" v="568" actId="20577"/>
          <ac:spMkLst>
            <pc:docMk/>
            <pc:sldMk cId="1797016518" sldId="526"/>
            <ac:spMk id="2" creationId="{5F1836E1-E126-518B-2BD1-5115BA3775BA}"/>
          </ac:spMkLst>
        </pc:spChg>
      </pc:sldChg>
      <pc:sldChg chg="modSp add del mod">
        <pc:chgData name="Samuel Mati" userId="61946645-110e-412f-9a0d-1e20afb5a06b" providerId="ADAL" clId="{DA0F53CD-F61C-4E02-AA3B-3C6C5AE235D1}" dt="2025-10-21T06:40:46.160" v="599" actId="2696"/>
        <pc:sldMkLst>
          <pc:docMk/>
          <pc:sldMk cId="137620905" sldId="527"/>
        </pc:sldMkLst>
        <pc:spChg chg="mod">
          <ac:chgData name="Samuel Mati" userId="61946645-110e-412f-9a0d-1e20afb5a06b" providerId="ADAL" clId="{DA0F53CD-F61C-4E02-AA3B-3C6C5AE235D1}" dt="2025-10-21T06:13:37.843" v="307"/>
          <ac:spMkLst>
            <pc:docMk/>
            <pc:sldMk cId="137620905" sldId="527"/>
            <ac:spMk id="2" creationId="{AA0EE5F0-8FB0-CB35-DADF-8CE5ECC3B9F0}"/>
          </ac:spMkLst>
        </pc:spChg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3365795328" sldId="528"/>
        </pc:sldMkLst>
      </pc:sldChg>
      <pc:sldChg chg="modSp add mod">
        <pc:chgData name="Samuel Mati" userId="61946645-110e-412f-9a0d-1e20afb5a06b" providerId="ADAL" clId="{DA0F53CD-F61C-4E02-AA3B-3C6C5AE235D1}" dt="2025-10-21T06:18:01.981" v="404" actId="113"/>
        <pc:sldMkLst>
          <pc:docMk/>
          <pc:sldMk cId="3679420033" sldId="528"/>
        </pc:sldMkLst>
        <pc:spChg chg="mod">
          <ac:chgData name="Samuel Mati" userId="61946645-110e-412f-9a0d-1e20afb5a06b" providerId="ADAL" clId="{DA0F53CD-F61C-4E02-AA3B-3C6C5AE235D1}" dt="2025-10-21T06:18:01.981" v="404" actId="113"/>
          <ac:spMkLst>
            <pc:docMk/>
            <pc:sldMk cId="3679420033" sldId="528"/>
            <ac:spMk id="2" creationId="{A8A0F532-024C-3372-45C3-09B46ABF2419}"/>
          </ac:spMkLst>
        </pc:spChg>
        <pc:spChg chg="mod">
          <ac:chgData name="Samuel Mati" userId="61946645-110e-412f-9a0d-1e20afb5a06b" providerId="ADAL" clId="{DA0F53CD-F61C-4E02-AA3B-3C6C5AE235D1}" dt="2025-10-21T06:15:11.872" v="353" actId="20577"/>
          <ac:spMkLst>
            <pc:docMk/>
            <pc:sldMk cId="3679420033" sldId="528"/>
            <ac:spMk id="6" creationId="{58F3E20B-89AC-7C96-8E46-B8B64D7BD56E}"/>
          </ac:spMkLst>
        </pc:spChg>
      </pc:sldChg>
      <pc:sldChg chg="modSp add mod">
        <pc:chgData name="Samuel Mati" userId="61946645-110e-412f-9a0d-1e20afb5a06b" providerId="ADAL" clId="{DA0F53CD-F61C-4E02-AA3B-3C6C5AE235D1}" dt="2025-10-21T06:41:04.618" v="600" actId="20577"/>
        <pc:sldMkLst>
          <pc:docMk/>
          <pc:sldMk cId="87968248" sldId="529"/>
        </pc:sldMkLst>
        <pc:spChg chg="mod">
          <ac:chgData name="Samuel Mati" userId="61946645-110e-412f-9a0d-1e20afb5a06b" providerId="ADAL" clId="{DA0F53CD-F61C-4E02-AA3B-3C6C5AE235D1}" dt="2025-10-21T06:41:04.618" v="600" actId="20577"/>
          <ac:spMkLst>
            <pc:docMk/>
            <pc:sldMk cId="87968248" sldId="529"/>
            <ac:spMk id="2" creationId="{5E910D50-45F9-6D64-283A-0CE477FB4184}"/>
          </ac:spMkLst>
        </pc:spChg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1438361118" sldId="529"/>
        </pc:sldMkLst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1280694981" sldId="530"/>
        </pc:sldMkLst>
      </pc:sldChg>
      <pc:sldChg chg="modSp add mod">
        <pc:chgData name="Samuel Mati" userId="61946645-110e-412f-9a0d-1e20afb5a06b" providerId="ADAL" clId="{DA0F53CD-F61C-4E02-AA3B-3C6C5AE235D1}" dt="2025-10-21T06:41:27.447" v="605" actId="1076"/>
        <pc:sldMkLst>
          <pc:docMk/>
          <pc:sldMk cId="3143014316" sldId="530"/>
        </pc:sldMkLst>
        <pc:spChg chg="mod">
          <ac:chgData name="Samuel Mati" userId="61946645-110e-412f-9a0d-1e20afb5a06b" providerId="ADAL" clId="{DA0F53CD-F61C-4E02-AA3B-3C6C5AE235D1}" dt="2025-10-21T06:41:27.447" v="605" actId="1076"/>
          <ac:spMkLst>
            <pc:docMk/>
            <pc:sldMk cId="3143014316" sldId="530"/>
            <ac:spMk id="2" creationId="{9F67EEED-5602-0478-71E9-6BD359C0ACE3}"/>
          </ac:spMkLst>
        </pc:spChg>
      </pc:sldChg>
      <pc:sldChg chg="modSp add mod">
        <pc:chgData name="Samuel Mati" userId="61946645-110e-412f-9a0d-1e20afb5a06b" providerId="ADAL" clId="{DA0F53CD-F61C-4E02-AA3B-3C6C5AE235D1}" dt="2025-10-21T06:41:43.900" v="610" actId="1076"/>
        <pc:sldMkLst>
          <pc:docMk/>
          <pc:sldMk cId="101589483" sldId="531"/>
        </pc:sldMkLst>
        <pc:spChg chg="mod">
          <ac:chgData name="Samuel Mati" userId="61946645-110e-412f-9a0d-1e20afb5a06b" providerId="ADAL" clId="{DA0F53CD-F61C-4E02-AA3B-3C6C5AE235D1}" dt="2025-10-21T06:41:43.900" v="610" actId="1076"/>
          <ac:spMkLst>
            <pc:docMk/>
            <pc:sldMk cId="101589483" sldId="531"/>
            <ac:spMk id="2" creationId="{ABB34220-A244-C396-EBB1-93360EC97284}"/>
          </ac:spMkLst>
        </pc:spChg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485303868" sldId="531"/>
        </pc:sldMkLst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2511290720" sldId="532"/>
        </pc:sldMkLst>
      </pc:sldChg>
      <pc:sldChg chg="modSp add mod">
        <pc:chgData name="Samuel Mati" userId="61946645-110e-412f-9a0d-1e20afb5a06b" providerId="ADAL" clId="{DA0F53CD-F61C-4E02-AA3B-3C6C5AE235D1}" dt="2025-10-21T06:41:57.667" v="615" actId="1076"/>
        <pc:sldMkLst>
          <pc:docMk/>
          <pc:sldMk cId="3330926261" sldId="532"/>
        </pc:sldMkLst>
        <pc:spChg chg="mod">
          <ac:chgData name="Samuel Mati" userId="61946645-110e-412f-9a0d-1e20afb5a06b" providerId="ADAL" clId="{DA0F53CD-F61C-4E02-AA3B-3C6C5AE235D1}" dt="2025-10-21T06:41:57.667" v="615" actId="1076"/>
          <ac:spMkLst>
            <pc:docMk/>
            <pc:sldMk cId="3330926261" sldId="532"/>
            <ac:spMk id="2" creationId="{D6A1A197-787D-15B4-FB89-5ED46AA35C6E}"/>
          </ac:spMkLst>
        </pc:spChg>
      </pc:sldChg>
      <pc:sldChg chg="modSp add mod">
        <pc:chgData name="Samuel Mati" userId="61946645-110e-412f-9a0d-1e20afb5a06b" providerId="ADAL" clId="{DA0F53CD-F61C-4E02-AA3B-3C6C5AE235D1}" dt="2025-10-21T06:42:11.230" v="620" actId="1076"/>
        <pc:sldMkLst>
          <pc:docMk/>
          <pc:sldMk cId="1213390271" sldId="533"/>
        </pc:sldMkLst>
        <pc:spChg chg="mod">
          <ac:chgData name="Samuel Mati" userId="61946645-110e-412f-9a0d-1e20afb5a06b" providerId="ADAL" clId="{DA0F53CD-F61C-4E02-AA3B-3C6C5AE235D1}" dt="2025-10-21T06:42:11.230" v="620" actId="1076"/>
          <ac:spMkLst>
            <pc:docMk/>
            <pc:sldMk cId="1213390271" sldId="533"/>
            <ac:spMk id="2" creationId="{0ECD1757-C0D4-823B-46D6-7ED65AEC7364}"/>
          </ac:spMkLst>
        </pc:spChg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3823660960" sldId="533"/>
        </pc:sldMkLst>
      </pc:sldChg>
      <pc:sldChg chg="modSp add mod">
        <pc:chgData name="Samuel Mati" userId="61946645-110e-412f-9a0d-1e20afb5a06b" providerId="ADAL" clId="{DA0F53CD-F61C-4E02-AA3B-3C6C5AE235D1}" dt="2025-10-21T06:42:24.793" v="625" actId="1076"/>
        <pc:sldMkLst>
          <pc:docMk/>
          <pc:sldMk cId="1940872452" sldId="534"/>
        </pc:sldMkLst>
        <pc:spChg chg="mod">
          <ac:chgData name="Samuel Mati" userId="61946645-110e-412f-9a0d-1e20afb5a06b" providerId="ADAL" clId="{DA0F53CD-F61C-4E02-AA3B-3C6C5AE235D1}" dt="2025-10-21T06:42:24.793" v="625" actId="1076"/>
          <ac:spMkLst>
            <pc:docMk/>
            <pc:sldMk cId="1940872452" sldId="534"/>
            <ac:spMk id="2" creationId="{4A331556-D9FF-4F14-CEAB-01AA7886B285}"/>
          </ac:spMkLst>
        </pc:spChg>
      </pc:sldChg>
      <pc:sldChg chg="modSp add mod">
        <pc:chgData name="Samuel Mati" userId="61946645-110e-412f-9a0d-1e20afb5a06b" providerId="ADAL" clId="{DA0F53CD-F61C-4E02-AA3B-3C6C5AE235D1}" dt="2025-10-21T06:42:39.675" v="630" actId="1076"/>
        <pc:sldMkLst>
          <pc:docMk/>
          <pc:sldMk cId="3353836260" sldId="535"/>
        </pc:sldMkLst>
        <pc:spChg chg="mod">
          <ac:chgData name="Samuel Mati" userId="61946645-110e-412f-9a0d-1e20afb5a06b" providerId="ADAL" clId="{DA0F53CD-F61C-4E02-AA3B-3C6C5AE235D1}" dt="2025-10-21T06:42:39.675" v="630" actId="1076"/>
          <ac:spMkLst>
            <pc:docMk/>
            <pc:sldMk cId="3353836260" sldId="535"/>
            <ac:spMk id="2" creationId="{0508CD82-CD55-FB30-7F1C-CB67490229A1}"/>
          </ac:spMkLst>
        </pc:spChg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4244318974" sldId="535"/>
        </pc:sldMkLst>
      </pc:sldChg>
      <pc:sldChg chg="modSp add mod">
        <pc:chgData name="Samuel Mati" userId="61946645-110e-412f-9a0d-1e20afb5a06b" providerId="ADAL" clId="{DA0F53CD-F61C-4E02-AA3B-3C6C5AE235D1}" dt="2025-10-21T06:35:12.083" v="518" actId="2710"/>
        <pc:sldMkLst>
          <pc:docMk/>
          <pc:sldMk cId="2392271685" sldId="536"/>
        </pc:sldMkLst>
        <pc:spChg chg="mod">
          <ac:chgData name="Samuel Mati" userId="61946645-110e-412f-9a0d-1e20afb5a06b" providerId="ADAL" clId="{DA0F53CD-F61C-4E02-AA3B-3C6C5AE235D1}" dt="2025-10-21T06:35:12.083" v="518" actId="2710"/>
          <ac:spMkLst>
            <pc:docMk/>
            <pc:sldMk cId="2392271685" sldId="536"/>
            <ac:spMk id="2" creationId="{A76A89B2-3D79-6903-D44B-2545FEF94DAA}"/>
          </ac:spMkLst>
        </pc:spChg>
        <pc:spChg chg="mod">
          <ac:chgData name="Samuel Mati" userId="61946645-110e-412f-9a0d-1e20afb5a06b" providerId="ADAL" clId="{DA0F53CD-F61C-4E02-AA3B-3C6C5AE235D1}" dt="2025-10-21T06:34:47.976" v="512"/>
          <ac:spMkLst>
            <pc:docMk/>
            <pc:sldMk cId="2392271685" sldId="536"/>
            <ac:spMk id="6" creationId="{A584D7D8-91E2-D732-49D1-0E20A7EF557B}"/>
          </ac:spMkLst>
        </pc:spChg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3557205206" sldId="536"/>
        </pc:sldMkLst>
      </pc:sldChg>
      <pc:sldChg chg="modSp add mod">
        <pc:chgData name="Samuel Mati" userId="61946645-110e-412f-9a0d-1e20afb5a06b" providerId="ADAL" clId="{DA0F53CD-F61C-4E02-AA3B-3C6C5AE235D1}" dt="2025-10-21T06:36:07.242" v="529"/>
        <pc:sldMkLst>
          <pc:docMk/>
          <pc:sldMk cId="2122342447" sldId="537"/>
        </pc:sldMkLst>
        <pc:spChg chg="mod">
          <ac:chgData name="Samuel Mati" userId="61946645-110e-412f-9a0d-1e20afb5a06b" providerId="ADAL" clId="{DA0F53CD-F61C-4E02-AA3B-3C6C5AE235D1}" dt="2025-10-21T06:35:58.039" v="527" actId="1076"/>
          <ac:spMkLst>
            <pc:docMk/>
            <pc:sldMk cId="2122342447" sldId="537"/>
            <ac:spMk id="2" creationId="{9D0E6037-3C76-F023-7B87-89615A9AF91C}"/>
          </ac:spMkLst>
        </pc:spChg>
        <pc:spChg chg="mod">
          <ac:chgData name="Samuel Mati" userId="61946645-110e-412f-9a0d-1e20afb5a06b" providerId="ADAL" clId="{DA0F53CD-F61C-4E02-AA3B-3C6C5AE235D1}" dt="2025-10-21T06:36:07.242" v="529"/>
          <ac:spMkLst>
            <pc:docMk/>
            <pc:sldMk cId="2122342447" sldId="537"/>
            <ac:spMk id="6" creationId="{A407BF0A-3CA1-B3A9-D2D1-E22B01D12874}"/>
          </ac:spMkLst>
        </pc:spChg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4146155282" sldId="537"/>
        </pc:sldMkLst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182000509" sldId="538"/>
        </pc:sldMkLst>
      </pc:sldChg>
      <pc:sldChg chg="modSp add mod">
        <pc:chgData name="Samuel Mati" userId="61946645-110e-412f-9a0d-1e20afb5a06b" providerId="ADAL" clId="{DA0F53CD-F61C-4E02-AA3B-3C6C5AE235D1}" dt="2025-10-21T06:39:37.638" v="581" actId="20577"/>
        <pc:sldMkLst>
          <pc:docMk/>
          <pc:sldMk cId="2915949876" sldId="538"/>
        </pc:sldMkLst>
        <pc:spChg chg="mod">
          <ac:chgData name="Samuel Mati" userId="61946645-110e-412f-9a0d-1e20afb5a06b" providerId="ADAL" clId="{DA0F53CD-F61C-4E02-AA3B-3C6C5AE235D1}" dt="2025-10-21T06:39:37.638" v="581" actId="20577"/>
          <ac:spMkLst>
            <pc:docMk/>
            <pc:sldMk cId="2915949876" sldId="538"/>
            <ac:spMk id="2" creationId="{C17581D2-4E64-30EF-7813-E435325862E5}"/>
          </ac:spMkLst>
        </pc:spChg>
      </pc:sldChg>
      <pc:sldChg chg="modSp add mod">
        <pc:chgData name="Samuel Mati" userId="61946645-110e-412f-9a0d-1e20afb5a06b" providerId="ADAL" clId="{DA0F53CD-F61C-4E02-AA3B-3C6C5AE235D1}" dt="2025-10-21T06:40:37.820" v="598" actId="255"/>
        <pc:sldMkLst>
          <pc:docMk/>
          <pc:sldMk cId="613898323" sldId="539"/>
        </pc:sldMkLst>
        <pc:spChg chg="mod">
          <ac:chgData name="Samuel Mati" userId="61946645-110e-412f-9a0d-1e20afb5a06b" providerId="ADAL" clId="{DA0F53CD-F61C-4E02-AA3B-3C6C5AE235D1}" dt="2025-10-21T06:40:37.820" v="598" actId="255"/>
          <ac:spMkLst>
            <pc:docMk/>
            <pc:sldMk cId="613898323" sldId="539"/>
            <ac:spMk id="2" creationId="{906AC84E-BEB7-C703-4859-3EB51DC0397E}"/>
          </ac:spMkLst>
        </pc:spChg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2564901914" sldId="539"/>
        </pc:sldMkLst>
      </pc:sldChg>
      <pc:sldChg chg="del">
        <pc:chgData name="Samuel Mati" userId="61946645-110e-412f-9a0d-1e20afb5a06b" providerId="ADAL" clId="{DA0F53CD-F61C-4E02-AA3B-3C6C5AE235D1}" dt="2025-10-21T05:52:30.026" v="3" actId="2696"/>
        <pc:sldMkLst>
          <pc:docMk/>
          <pc:sldMk cId="207449523" sldId="540"/>
        </pc:sldMkLst>
      </pc:sldChg>
      <pc:sldChg chg="del">
        <pc:chgData name="Samuel Mati" userId="61946645-110e-412f-9a0d-1e20afb5a06b" providerId="ADAL" clId="{DA0F53CD-F61C-4E02-AA3B-3C6C5AE235D1}" dt="2025-10-21T05:52:30.026" v="3" actId="2696"/>
        <pc:sldMkLst>
          <pc:docMk/>
          <pc:sldMk cId="1723183476" sldId="541"/>
        </pc:sldMkLst>
      </pc:sldChg>
      <pc:sldChg chg="del">
        <pc:chgData name="Samuel Mati" userId="61946645-110e-412f-9a0d-1e20afb5a06b" providerId="ADAL" clId="{DA0F53CD-F61C-4E02-AA3B-3C6C5AE235D1}" dt="2025-10-21T05:52:38.756" v="4" actId="2696"/>
        <pc:sldMkLst>
          <pc:docMk/>
          <pc:sldMk cId="2403828229" sldId="542"/>
        </pc:sldMkLst>
      </pc:sldChg>
      <pc:sldChg chg="del">
        <pc:chgData name="Samuel Mati" userId="61946645-110e-412f-9a0d-1e20afb5a06b" providerId="ADAL" clId="{DA0F53CD-F61C-4E02-AA3B-3C6C5AE235D1}" dt="2025-10-21T05:52:38.756" v="4" actId="2696"/>
        <pc:sldMkLst>
          <pc:docMk/>
          <pc:sldMk cId="3820503500" sldId="543"/>
        </pc:sldMkLst>
      </pc:sldChg>
      <pc:sldChg chg="del">
        <pc:chgData name="Samuel Mati" userId="61946645-110e-412f-9a0d-1e20afb5a06b" providerId="ADAL" clId="{DA0F53CD-F61C-4E02-AA3B-3C6C5AE235D1}" dt="2025-10-21T05:52:38.756" v="4" actId="2696"/>
        <pc:sldMkLst>
          <pc:docMk/>
          <pc:sldMk cId="165976779" sldId="544"/>
        </pc:sldMkLst>
      </pc:sldChg>
      <pc:sldChg chg="del">
        <pc:chgData name="Samuel Mati" userId="61946645-110e-412f-9a0d-1e20afb5a06b" providerId="ADAL" clId="{DA0F53CD-F61C-4E02-AA3B-3C6C5AE235D1}" dt="2025-10-21T05:52:47.947" v="5" actId="2696"/>
        <pc:sldMkLst>
          <pc:docMk/>
          <pc:sldMk cId="2875880831" sldId="545"/>
        </pc:sldMkLst>
      </pc:sldChg>
      <pc:sldChg chg="del">
        <pc:chgData name="Samuel Mati" userId="61946645-110e-412f-9a0d-1e20afb5a06b" providerId="ADAL" clId="{DA0F53CD-F61C-4E02-AA3B-3C6C5AE235D1}" dt="2025-10-21T05:52:47.947" v="5" actId="2696"/>
        <pc:sldMkLst>
          <pc:docMk/>
          <pc:sldMk cId="347932121" sldId="546"/>
        </pc:sldMkLst>
      </pc:sldChg>
      <pc:sldChg chg="del">
        <pc:chgData name="Samuel Mati" userId="61946645-110e-412f-9a0d-1e20afb5a06b" providerId="ADAL" clId="{DA0F53CD-F61C-4E02-AA3B-3C6C5AE235D1}" dt="2025-10-21T05:52:47.947" v="5" actId="2696"/>
        <pc:sldMkLst>
          <pc:docMk/>
          <pc:sldMk cId="1717946130" sldId="547"/>
        </pc:sldMkLst>
      </pc:sldChg>
      <pc:sldChg chg="del">
        <pc:chgData name="Samuel Mati" userId="61946645-110e-412f-9a0d-1e20afb5a06b" providerId="ADAL" clId="{DA0F53CD-F61C-4E02-AA3B-3C6C5AE235D1}" dt="2025-10-21T05:52:58.962" v="6" actId="2696"/>
        <pc:sldMkLst>
          <pc:docMk/>
          <pc:sldMk cId="1880791829" sldId="548"/>
        </pc:sldMkLst>
      </pc:sldChg>
      <pc:sldChg chg="del">
        <pc:chgData name="Samuel Mati" userId="61946645-110e-412f-9a0d-1e20afb5a06b" providerId="ADAL" clId="{DA0F53CD-F61C-4E02-AA3B-3C6C5AE235D1}" dt="2025-10-21T05:52:58.962" v="6" actId="2696"/>
        <pc:sldMkLst>
          <pc:docMk/>
          <pc:sldMk cId="2925872613" sldId="549"/>
        </pc:sldMkLst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853344720" sldId="551"/>
        </pc:sldMkLst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2131039504" sldId="552"/>
        </pc:sldMkLst>
      </pc:sldChg>
      <pc:sldChg chg="del">
        <pc:chgData name="Samuel Mati" userId="61946645-110e-412f-9a0d-1e20afb5a06b" providerId="ADAL" clId="{DA0F53CD-F61C-4E02-AA3B-3C6C5AE235D1}" dt="2025-10-21T05:53:34.402" v="8" actId="2696"/>
        <pc:sldMkLst>
          <pc:docMk/>
          <pc:sldMk cId="868376319" sldId="553"/>
        </pc:sldMkLst>
      </pc:sldChg>
      <pc:sldChg chg="del">
        <pc:chgData name="Samuel Mati" userId="61946645-110e-412f-9a0d-1e20afb5a06b" providerId="ADAL" clId="{DA0F53CD-F61C-4E02-AA3B-3C6C5AE235D1}" dt="2025-10-21T05:52:58.962" v="6" actId="2696"/>
        <pc:sldMkLst>
          <pc:docMk/>
          <pc:sldMk cId="238208252" sldId="554"/>
        </pc:sldMkLst>
      </pc:sldChg>
      <pc:sldChg chg="del">
        <pc:chgData name="Samuel Mati" userId="61946645-110e-412f-9a0d-1e20afb5a06b" providerId="ADAL" clId="{DA0F53CD-F61C-4E02-AA3B-3C6C5AE235D1}" dt="2025-10-21T05:52:58.962" v="6" actId="2696"/>
        <pc:sldMkLst>
          <pc:docMk/>
          <pc:sldMk cId="4031695619" sldId="555"/>
        </pc:sldMkLst>
      </pc:sldChg>
      <pc:sldChg chg="del">
        <pc:chgData name="Samuel Mati" userId="61946645-110e-412f-9a0d-1e20afb5a06b" providerId="ADAL" clId="{DA0F53CD-F61C-4E02-AA3B-3C6C5AE235D1}" dt="2025-10-21T05:52:58.962" v="6" actId="2696"/>
        <pc:sldMkLst>
          <pc:docMk/>
          <pc:sldMk cId="4034113825" sldId="556"/>
        </pc:sldMkLst>
      </pc:sldChg>
      <pc:sldChg chg="del">
        <pc:chgData name="Samuel Mati" userId="61946645-110e-412f-9a0d-1e20afb5a06b" providerId="ADAL" clId="{DA0F53CD-F61C-4E02-AA3B-3C6C5AE235D1}" dt="2025-10-21T05:52:47.947" v="5" actId="2696"/>
        <pc:sldMkLst>
          <pc:docMk/>
          <pc:sldMk cId="2442124772" sldId="557"/>
        </pc:sldMkLst>
      </pc:sldChg>
      <pc:sldChg chg="del">
        <pc:chgData name="Samuel Mati" userId="61946645-110e-412f-9a0d-1e20afb5a06b" providerId="ADAL" clId="{DA0F53CD-F61C-4E02-AA3B-3C6C5AE235D1}" dt="2025-10-21T05:52:47.947" v="5" actId="2696"/>
        <pc:sldMkLst>
          <pc:docMk/>
          <pc:sldMk cId="409698433" sldId="558"/>
        </pc:sldMkLst>
      </pc:sldChg>
      <pc:sldChg chg="del">
        <pc:chgData name="Samuel Mati" userId="61946645-110e-412f-9a0d-1e20afb5a06b" providerId="ADAL" clId="{DA0F53CD-F61C-4E02-AA3B-3C6C5AE235D1}" dt="2025-10-21T05:52:38.756" v="4" actId="2696"/>
        <pc:sldMkLst>
          <pc:docMk/>
          <pc:sldMk cId="1636429446" sldId="559"/>
        </pc:sldMkLst>
      </pc:sldChg>
      <pc:sldChg chg="del">
        <pc:chgData name="Samuel Mati" userId="61946645-110e-412f-9a0d-1e20afb5a06b" providerId="ADAL" clId="{DA0F53CD-F61C-4E02-AA3B-3C6C5AE235D1}" dt="2025-10-21T05:52:38.756" v="4" actId="2696"/>
        <pc:sldMkLst>
          <pc:docMk/>
          <pc:sldMk cId="204141804" sldId="560"/>
        </pc:sldMkLst>
      </pc:sldChg>
      <pc:sldChg chg="del">
        <pc:chgData name="Samuel Mati" userId="61946645-110e-412f-9a0d-1e20afb5a06b" providerId="ADAL" clId="{DA0F53CD-F61C-4E02-AA3B-3C6C5AE235D1}" dt="2025-10-21T05:52:30.026" v="3" actId="2696"/>
        <pc:sldMkLst>
          <pc:docMk/>
          <pc:sldMk cId="2579582081" sldId="561"/>
        </pc:sldMkLst>
      </pc:sldChg>
      <pc:sldChg chg="del">
        <pc:chgData name="Samuel Mati" userId="61946645-110e-412f-9a0d-1e20afb5a06b" providerId="ADAL" clId="{DA0F53CD-F61C-4E02-AA3B-3C6C5AE235D1}" dt="2025-10-21T05:52:30.026" v="3" actId="2696"/>
        <pc:sldMkLst>
          <pc:docMk/>
          <pc:sldMk cId="327739277" sldId="562"/>
        </pc:sldMkLst>
      </pc:sldChg>
      <pc:sldChg chg="del">
        <pc:chgData name="Samuel Mati" userId="61946645-110e-412f-9a0d-1e20afb5a06b" providerId="ADAL" clId="{DA0F53CD-F61C-4E02-AA3B-3C6C5AE235D1}" dt="2025-10-21T05:52:30.026" v="3" actId="2696"/>
        <pc:sldMkLst>
          <pc:docMk/>
          <pc:sldMk cId="2433378377" sldId="5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D24F8-DCBA-461A-83C6-51EA5A37F475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E6314-E0BE-4285-B972-736E34A12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03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1E6314-E0BE-4285-B972-736E34A12E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1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BAF99-9A59-543F-29AD-08B4519C2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265DB-951A-3E96-3605-37962FE7D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9F70A-3853-5F04-24E5-20234BFA2D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A3212A-7858-4084-A016-7BDDC296885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43270-3524-4F1E-85E6-A6F99C7C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2BAC2-AEAD-4C7C-A4D7-E74F46824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E208CD-2C40-4697-8091-AB3A287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3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7241-7D52-981F-E26C-FF6A9A723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595F9-5A69-7E66-E109-878E2908D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8B075-C7D3-8111-FEA1-8E58EA4500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A3212A-7858-4084-A016-7BDDC296885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00401-80D1-B1E2-3A97-D51C5239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3A51F-21D1-51C1-499E-1693013A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E208CD-2C40-4697-8091-AB3A287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7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CB9A-F799-F6F6-3461-778422BC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38DEC-6CE6-BFDF-524D-49E29CAF3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276C3-6858-BA3A-6302-1E731FEDDC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A3212A-7858-4084-A016-7BDDC296885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FC8B9-8C15-9967-F84D-6AD4C5021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6BF56-E8E3-1D51-276B-F18DDB36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E208CD-2C40-4697-8091-AB3A287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F2F9A-FDDD-0C8F-40EB-2D755A425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E0751-38ED-9A0D-36EC-D0CAFB2461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F4145-200F-71E3-F6DA-EDEE35F51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83D47-3274-0E6E-456F-143202C26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A3212A-7858-4084-A016-7BDDC296885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D2CDE-0388-4F50-1FF3-37A22970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4328F-000A-C748-3715-B9604B2D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E208CD-2C40-4697-8091-AB3A287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58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1766E-12A9-1253-9F41-883335BF5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9B97D-E18C-7BDD-3F44-DF82C61B3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BFD5A-1689-AE81-E240-FA4D78B94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7DF6A6-A761-BB7C-2F70-4F6960991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CF808B-03E9-5162-AB2F-CC827380E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DBCC53-4AD8-F2AA-0B06-85051238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A3212A-7858-4084-A016-7BDDC296885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77802F-EFEB-3368-D66A-133D91E2F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F3DB5F-6DEC-48D8-4F64-36481F995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E208CD-2C40-4697-8091-AB3A287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25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A9B86-9A66-99D8-1AC2-7168B6197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9D606-F790-AF24-7B31-E5F3132FCB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A3212A-7858-4084-A016-7BDDC296885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3F947-D9DA-A236-B8BC-DF3732435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3262D-71AB-6D6B-8C5B-29ECA65D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E208CD-2C40-4697-8091-AB3A287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32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9326C-B4FE-1371-9C65-5B6B0A7B30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A3212A-7858-4084-A016-7BDDC296885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AD9C2-9594-C02B-2CC1-31E28711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8B972-2913-0CBF-2720-33E0BD2A3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E208CD-2C40-4697-8091-AB3A287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A4CC1-3A84-6642-43C6-BCBD548D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B297D-2176-44A7-71A8-128162CE2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8A84B-4205-F477-FF74-93A2616A9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1F823-2F65-4BE8-2CD3-20EEDB45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A3212A-7858-4084-A016-7BDDC296885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E4857-4505-47DC-11C3-2136A52A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A343D-E68D-162E-1527-DE0C81BE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E208CD-2C40-4697-8091-AB3A287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50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0C15-9397-4D99-432A-DB708519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0EA57-C06A-D10E-5EA1-CE67384EB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3BCA2-2059-009A-A2B2-06C5B1B35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9D006-255D-CE91-4430-AECA956053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A3212A-7858-4084-A016-7BDDC296885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29DF8-7697-E7F8-CB81-3B70137F5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A40FC-A2B8-4DC6-9736-FB5A84F9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E208CD-2C40-4697-8091-AB3A287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69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A8CB1-0E64-C8C4-F01A-C690E16B1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8A197-E03F-7F3A-3787-7F8EA5C59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DF70C-8E9A-55BE-AC6D-917721FD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A3212A-7858-4084-A016-7BDDC296885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242CA-3357-07FC-8B49-1A4AFC52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621C-BE64-E124-D44A-AABC651B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E208CD-2C40-4697-8091-AB3A287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52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D690E-C1F0-1F25-FF72-470293C0E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67ED3-CDDF-979D-554D-F490C2E36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4E118-A878-42EF-F10E-5323D69F8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A3212A-7858-4084-A016-7BDDC296885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7712F-5A35-7067-D868-5D538D61A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EC2C3-28FC-17FA-61CF-816C2870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E208CD-2C40-4697-8091-AB3A287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4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A2ECAD-EBF6-1166-BC24-2BF48E13C38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817" y="6246058"/>
            <a:ext cx="829992" cy="487230"/>
          </a:xfrm>
          <a:prstGeom prst="rect">
            <a:avLst/>
          </a:prstGeom>
        </p:spPr>
      </p:pic>
      <p:pic>
        <p:nvPicPr>
          <p:cNvPr id="9" name="Graphic 8" descr="Venn diagram with solid fill">
            <a:extLst>
              <a:ext uri="{FF2B5EF4-FFF2-40B4-BE49-F238E27FC236}">
                <a16:creationId xmlns:a16="http://schemas.microsoft.com/office/drawing/2014/main" id="{1C8F2EE4-F239-6824-7CEE-B3C5254BF56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0" y="0"/>
            <a:ext cx="745588" cy="7455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41B55CE-F65A-09A4-1212-AA8317143D77}"/>
              </a:ext>
            </a:extLst>
          </p:cNvPr>
          <p:cNvSpPr/>
          <p:nvPr userDrawn="1"/>
        </p:nvSpPr>
        <p:spPr>
          <a:xfrm>
            <a:off x="745588" y="0"/>
            <a:ext cx="10438228" cy="646331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19B2C3-AFA5-41AA-DED7-28159C56547F}"/>
              </a:ext>
            </a:extLst>
          </p:cNvPr>
          <p:cNvSpPr/>
          <p:nvPr userDrawn="1"/>
        </p:nvSpPr>
        <p:spPr>
          <a:xfrm>
            <a:off x="11183816" y="-1"/>
            <a:ext cx="1008183" cy="646331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7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0BEF2F-B61F-4C06-6ADD-816F04C544F6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96E4B-646B-D3AB-D16F-4E8E9CDAE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3068" y="1401772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05668D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Excel For Data Analysis</a:t>
            </a:r>
            <a:br>
              <a:rPr lang="en-US" sz="4000" b="1" dirty="0">
                <a:solidFill>
                  <a:srgbClr val="FFA300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</a:br>
            <a:br>
              <a:rPr lang="en-US" sz="4000" b="1" dirty="0">
                <a:solidFill>
                  <a:srgbClr val="FFA300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</a:br>
            <a:r>
              <a:rPr lang="en-US" sz="4000" b="1" dirty="0">
                <a:solidFill>
                  <a:srgbClr val="FFA300"/>
                </a:solidFill>
                <a:latin typeface="Suez One" panose="00000500000000000000" pitchFamily="2" charset="-79"/>
                <a:cs typeface="Suez One" panose="00000500000000000000" pitchFamily="2" charset="-79"/>
              </a:rPr>
              <a:t>Logical + Conditional Aggregation Functions</a:t>
            </a:r>
            <a:endParaRPr lang="en-KE" sz="4000" dirty="0">
              <a:solidFill>
                <a:srgbClr val="FFA3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9EA0A9-7731-5CF3-0FBA-64AB1D9CEDBD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950227" y="5643741"/>
            <a:ext cx="678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F5A5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By Samuel </a:t>
            </a:r>
            <a:r>
              <a:rPr lang="en-US" sz="2400" b="1" dirty="0" err="1">
                <a:solidFill>
                  <a:srgbClr val="AF5A5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Mati</a:t>
            </a:r>
            <a:r>
              <a:rPr lang="en-US" sz="2400" b="1" dirty="0">
                <a:solidFill>
                  <a:srgbClr val="AF5A5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| Action for Refugee Life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F3E8534-E7D5-FFD1-FB8D-0D802ECE6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4769" y="3809737"/>
            <a:ext cx="9144000" cy="720059"/>
          </a:xfrm>
        </p:spPr>
        <p:txBody>
          <a:bodyPr/>
          <a:lstStyle/>
          <a:p>
            <a:r>
              <a:rPr lang="en-US" b="1" dirty="0">
                <a:solidFill>
                  <a:srgbClr val="05668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IF, AND, OR, IFS &amp; Conditional Aggregation (SUMIF, SUMIFS, COUNTIF, AVERAGEIF)</a:t>
            </a:r>
            <a:endParaRPr lang="en-KE" b="1" dirty="0">
              <a:solidFill>
                <a:srgbClr val="05668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637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0BEF2F-B61F-4C06-6ADD-816F04C544F6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9EA0A9-7731-5CF3-0FBA-64AB1D9CEDBD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481959" y="94593"/>
            <a:ext cx="8271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Learning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640" y="1184559"/>
            <a:ext cx="9837683" cy="456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5668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By the end of this session, students will be able to:</a:t>
            </a:r>
            <a:endParaRPr lang="en-US" sz="2800" dirty="0">
              <a:solidFill>
                <a:srgbClr val="05668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Apply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IF, AND, OR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to make logical decisions and create flags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Use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IFS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for multi-tier classifications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Aggregate data using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SUMIF, SUMIFS, COUNTIF, AVERAGEIF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Combine logical and aggregation functions to analyze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real-world datasets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374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0BEF2F-B61F-4C06-6ADD-816F04C544F6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9EA0A9-7731-5CF3-0FBA-64AB1D9CEDBD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Why Logical Functions &amp; Conditional Aggregation Matter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0902E8-B6CF-BC67-C178-D707D3C51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737" y="891777"/>
            <a:ext cx="9962148" cy="4665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Why we use these functions: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To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automatically make decisions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in Excel instead of doing it manually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To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flag important information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(like who passed, who needs attention, or which sales are high)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To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calculate totals, averages, or counts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for specific products, regions, or groups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Examples 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Add up all sales for Laptops or Smartphones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Find the average marks of students who passed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Flag top students or high-sales items</a:t>
            </a:r>
          </a:p>
        </p:txBody>
      </p:sp>
    </p:spTree>
    <p:extLst>
      <p:ext uri="{BB962C8B-B14F-4D97-AF65-F5344CB8AC3E}">
        <p14:creationId xmlns:p14="http://schemas.microsoft.com/office/powerpoint/2010/main" val="1033000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F2D50-7903-B08A-23F8-FF816F432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0106ED-D83E-30FF-167E-2B9C50009034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C81BD1-A79A-7183-7045-AC5E4A577143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B9C7F-9121-D5FB-8D17-95B69CB8C3BD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Logical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BF1383-9AE1-4A41-89FA-99F0673EB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495" y="847620"/>
            <a:ext cx="10592768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KE" sz="2000" b="1" i="0" u="none" strike="noStrike" cap="none" normalizeH="0" baseline="0" dirty="0">
                <a:ln>
                  <a:noFill/>
                </a:ln>
                <a:solidFill>
                  <a:srgbClr val="05668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1. IF Function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Checks a condition and returns one value if TRUE, another if FALSE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Syntax: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=IF(condition, value_if_true, value_if_false)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Mark students as “Pass” if Marks ≥50, else “Fail”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=IF(H2&gt;=50,"Pass","Fail")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Mark Target Met as “Achieved” if Target Met = Yes, else “Not Achieved”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=IF(G2="</a:t>
            </a:r>
            <a:r>
              <a:rPr lang="en-US" sz="2000" dirty="0" err="1">
                <a:latin typeface="Poppins" panose="00000500000000000000" pitchFamily="2" charset="0"/>
                <a:cs typeface="Poppins" panose="00000500000000000000" pitchFamily="2" charset="0"/>
              </a:rPr>
              <a:t>Yes","Achieved","Not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Achieved")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Exercise: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Create a column “Bonus Eligibility” → Sales ≥1000 → “Yes”, else “No”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KE" sz="2000" i="0" u="none" strike="noStrike" cap="none" normalizeH="0" baseline="0" dirty="0">
              <a:ln>
                <a:noFill/>
              </a:ln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KE" altLang="en-KE" sz="2000" b="1" i="0" u="none" strike="noStrike" cap="none" normalizeH="0" baseline="0" dirty="0">
              <a:ln>
                <a:noFill/>
              </a:ln>
              <a:solidFill>
                <a:srgbClr val="05668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571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C7F5B-DF35-D89B-E74B-0DE11B2C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48CD28F-5C36-12A3-4719-10585BC4ED94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51F52A-91C9-54A9-D282-D7A105A5768A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D56E83-9A73-D0B1-DCA2-296A6E241834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Logical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1836E1-E126-518B-2BD1-5115BA377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642" y="920621"/>
            <a:ext cx="996214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KE" sz="2000" b="1" dirty="0">
                <a:solidFill>
                  <a:srgbClr val="05668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AND</a:t>
            </a:r>
            <a:r>
              <a:rPr kumimoji="0" lang="en-US" altLang="en-KE" sz="2000" b="1" i="0" u="none" strike="noStrike" cap="none" normalizeH="0" baseline="0" dirty="0">
                <a:ln>
                  <a:noFill/>
                </a:ln>
                <a:solidFill>
                  <a:srgbClr val="05668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Function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Checks if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all conditions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are TRUE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Syntax: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=AND(condition1, condition2)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Mark students as “Top Performer” if Marks ≥80 AND Target Met = Yes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=AND(H2&gt;=80,G2="Yes")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Flag Sales as “High Priority” if Sales ≥1500 AND Profit ≥400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=AND(E2&gt;=1500,F2&gt;=400)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Exercise: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Create a column “Extra Reward” → Sales ≥2000 AND Target Met = Yes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KE" altLang="en-KE" sz="2000" b="1" i="0" u="none" strike="noStrike" cap="none" normalizeH="0" baseline="0" dirty="0">
              <a:ln>
                <a:noFill/>
              </a:ln>
              <a:solidFill>
                <a:srgbClr val="05668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016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4E73-8D6A-5D8E-3BA2-72D01C8D6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3E356-1272-6FB6-C16C-A8C319A11701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C8B3F4-B200-A9CB-FF8E-B99DDFEF3C91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AA38F-B4C4-3554-6A9E-1C9DE68EE2D4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Logical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7581D2-4E64-30EF-7813-E43532586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642" y="920622"/>
            <a:ext cx="996214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KE" sz="2000" b="1" dirty="0">
                <a:solidFill>
                  <a:srgbClr val="05668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OR</a:t>
            </a:r>
            <a:r>
              <a:rPr kumimoji="0" lang="en-US" altLang="en-KE" sz="2000" b="1" i="0" u="none" strike="noStrike" cap="none" normalizeH="0" baseline="0" dirty="0">
                <a:ln>
                  <a:noFill/>
                </a:ln>
                <a:solidFill>
                  <a:srgbClr val="05668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Function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Checks if </a:t>
            </a: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any condition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is TRUE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Syntax: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=OR(condition1, condition2)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Flag students as “Needs Attention” if Marks &lt;50 OR Target Met = No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=OR(H2&lt;50,G2="No")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Flag Sales as “Check” if Region = South OR Product = Smartphone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=OR(C2="South",D2="Smartphone")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Exercise: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Create a column “Discount Eligible” → Product = Laptop OR Product = Headphones</a:t>
            </a:r>
          </a:p>
        </p:txBody>
      </p:sp>
    </p:spTree>
    <p:extLst>
      <p:ext uri="{BB962C8B-B14F-4D97-AF65-F5344CB8AC3E}">
        <p14:creationId xmlns:p14="http://schemas.microsoft.com/office/powerpoint/2010/main" val="2915949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0ED4E-26A9-EEF5-A0E3-9618CCFD8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C8E272-33C5-0E33-E034-1B0C33825ED9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C5122C-AA42-4D27-68B9-018D485C07FA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6F286-1147-5922-69FF-F6BA76E0D39D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Logical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6AC84E-BEB7-C703-4859-3EB51DC03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642" y="1074512"/>
            <a:ext cx="996214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KE" sz="2000" b="1" dirty="0">
                <a:solidFill>
                  <a:srgbClr val="05668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IFS</a:t>
            </a:r>
            <a:r>
              <a:rPr kumimoji="0" lang="en-US" altLang="en-KE" sz="2000" b="1" i="0" u="none" strike="noStrike" cap="none" normalizeH="0" baseline="0" dirty="0">
                <a:ln>
                  <a:noFill/>
                </a:ln>
                <a:solidFill>
                  <a:srgbClr val="05668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Function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Handles multiple conditions without nested Ifs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Syntax: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=IFS(condition1,result1, condition2,result2, …)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Categorize Marks into High / Medium / Low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=IFS(H2&gt;=80,"High",H2&gt;=50,"Medium",H2&lt;50,"Low")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Categorize Sales into Tier 1 / Tier 2 / Tier 3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=IFS(E2&gt;=2000,"Tier 1",E2&gt;=1000,"Tier 2",E2&lt;1000,"Tier 3")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Exercise: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Categorize Profit as “Excellent” ≥500, “Good” ≥300, “Low” &lt;300</a:t>
            </a:r>
          </a:p>
        </p:txBody>
      </p:sp>
    </p:spTree>
    <p:extLst>
      <p:ext uri="{BB962C8B-B14F-4D97-AF65-F5344CB8AC3E}">
        <p14:creationId xmlns:p14="http://schemas.microsoft.com/office/powerpoint/2010/main" val="613898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94C0F-F497-E54E-916A-04E0CF4C0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F727F4-ECF5-999C-A55D-2F7C0ED400A9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EEE3AB-5E5B-A3FA-9096-3D6762667BA8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F3E20B-89AC-7C96-8E46-B8B64D7BD56E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Conditional Aggregation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A0F532-024C-3372-45C3-09B46ABF2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958" y="843677"/>
            <a:ext cx="996214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KE" sz="2400" b="1" dirty="0">
                <a:latin typeface="Poppins" panose="00000500000000000000" pitchFamily="2" charset="0"/>
                <a:cs typeface="Poppins" panose="00000500000000000000" pitchFamily="2" charset="0"/>
              </a:rPr>
              <a:t>What they are: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KE" sz="2400" dirty="0">
                <a:latin typeface="Poppins" panose="00000500000000000000" pitchFamily="2" charset="0"/>
                <a:cs typeface="Poppins" panose="00000500000000000000" pitchFamily="2" charset="0"/>
              </a:rPr>
              <a:t>These functions sum, count, or average values based on one or more conditions.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KE" sz="2400" dirty="0">
                <a:latin typeface="Poppins" panose="00000500000000000000" pitchFamily="2" charset="0"/>
                <a:cs typeface="Poppins" panose="00000500000000000000" pitchFamily="2" charset="0"/>
              </a:rPr>
              <a:t>They help analysts quickly summarize data for reporting, dashboards, or decision-making.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KE" sz="2400" dirty="0">
                <a:latin typeface="Poppins" panose="00000500000000000000" pitchFamily="2" charset="0"/>
                <a:cs typeface="Poppins" panose="00000500000000000000" pitchFamily="2" charset="0"/>
              </a:rPr>
              <a:t>Think of them as smart calculators: they only consider the rows that meet the rules you set.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KE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KE" sz="2400" b="1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Why they matter: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KE" sz="240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 real datasets, you rarely want totals for everything — you need totals for a region, product, or performance tier.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KE" sz="2400" i="0" u="none" strike="noStrike" cap="none" normalizeH="0" baseline="0" dirty="0">
                <a:ln>
                  <a:noFill/>
                </a:ln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Conditional aggregation functions make this fast, automatic, and error-free.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KE" altLang="en-KE" sz="1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420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27D31-27CE-7A27-8F9E-3A5802BE3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957777-ACB9-8DC7-A9EE-A85C17CD571C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22D25E-F940-9098-F9AE-955C2115F53A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C27F7-DA9F-13B9-0548-6F296CDC0CC8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Conditional Aggregation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910D50-45F9-6D64-283A-0CE477FB4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58" y="847621"/>
            <a:ext cx="9962148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altLang="en-KE" sz="2000" b="1" dirty="0">
                <a:latin typeface="Poppins" panose="00000500000000000000" pitchFamily="2" charset="0"/>
                <a:cs typeface="Poppins" panose="00000500000000000000" pitchFamily="2" charset="0"/>
              </a:rPr>
              <a:t>SUMIF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Adds up values/numbers that meet a certain condition. Eg Sales per product or region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Syntax: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=SUMIF(range, criteria, sum_range)</a:t>
            </a:r>
          </a:p>
          <a:p>
            <a:pPr lvl="1"/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Sum of Sales for Product = Laptop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=SUMIF(D2:D16,"Laptop",E2:E16)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Sum of Sales for Region = East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=SUMIF(C2:C16,"East",E2:E16)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Exercise: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Sum total Profit for Product = Books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Sum Sales for Region = West</a:t>
            </a:r>
          </a:p>
        </p:txBody>
      </p:sp>
    </p:spTree>
    <p:extLst>
      <p:ext uri="{BB962C8B-B14F-4D97-AF65-F5344CB8AC3E}">
        <p14:creationId xmlns:p14="http://schemas.microsoft.com/office/powerpoint/2010/main" val="87968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E717F-ABBA-89F3-0214-73194883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F3611FB-3149-EF95-DCEF-ACB74816DC83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07345D-7A74-5B6E-FFFF-771FE7D8A9FC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CFD44-D4F1-ADE8-6A3A-2870368C2B60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Conditional Aggregation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67EEED-5602-0478-71E9-6BD359C0A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958" y="724785"/>
            <a:ext cx="996214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2. SUMIFS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Adds up values/numbers that meet multiple conditions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Syntax: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=SUMIFS(sum_range, criteria_range1, criteria1, [criteria_range2, criteria2], …)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Sum of Sales where Region = East AND Product = Laptop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=SUMIFS(E2:E16,C2:C16,"East",D2:D16,"Laptop")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Sum of Profit where Region = West AND Product = Headphones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=SUMIFS(F2:F16,C2:C16,"West",D2:D16,"Headphones")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Exercise: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Sum Sales where Product = Smartphone AND Target Met = Yes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Sum Profit where Region = South AND Product = Laptop</a:t>
            </a:r>
          </a:p>
        </p:txBody>
      </p:sp>
    </p:spTree>
    <p:extLst>
      <p:ext uri="{BB962C8B-B14F-4D97-AF65-F5344CB8AC3E}">
        <p14:creationId xmlns:p14="http://schemas.microsoft.com/office/powerpoint/2010/main" val="3143014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54D6B-C57C-EDFF-2E9B-6E9EC3BBA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67CDC0-3FC0-2CB7-5CEB-FFD360EE6390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24C20E-52FA-66D3-59A9-2E0F3B742401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B7EAF1-AA1D-A993-E964-72A8F24A4B4F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Conditional Aggregation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B34220-A244-C396-EBB1-93360EC97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958" y="772911"/>
            <a:ext cx="996214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3. COUNTIF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counts the number of rows that meet one condition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Syntax: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=COUNTIF(range, criteria)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Count of Sales greater than 1000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=COUNTIF(E2:E16,"&gt;1000")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Count of students with Marks ≥50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=COUNTIF(H2:H16,"&gt;=50")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Exercise: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Count rows where Product = Headphones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Count rows where Region = East</a:t>
            </a:r>
          </a:p>
        </p:txBody>
      </p:sp>
    </p:spTree>
    <p:extLst>
      <p:ext uri="{BB962C8B-B14F-4D97-AF65-F5344CB8AC3E}">
        <p14:creationId xmlns:p14="http://schemas.microsoft.com/office/powerpoint/2010/main" val="101589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ACFCE-45CA-1F0A-9B38-1E794D3F5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8B7978-1B12-651B-C1FB-78E466539106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0DC52E-384C-DD87-EA9C-2AC6A4EE3FF6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BC56FC-43EF-5653-A509-81686EA27397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Conditional Aggregation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A1A197-787D-15B4-FB89-5ED46AA35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642" y="736818"/>
            <a:ext cx="996214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4. COUNTIFS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Counts the number of rows that meet multiple conditions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Syntax: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=COUNTIFS(criteria_range1,criteria1, [criteria_range2,criteria2], …)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Count of Sales where Region = East AND Product = Laptop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=COUNTIFS(C2:C16,"East",D2:D16,"Laptop")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Count of students with Marks ≥70 AND Target Met = Yes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=COUNTIFS(H2:H16,"&gt;=70",G2:G16,"Yes")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Exercise: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Count rows where Product = Books AND Region = West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Count rows where Sales &gt;1000 AND Profit &gt;300</a:t>
            </a:r>
          </a:p>
        </p:txBody>
      </p:sp>
    </p:spTree>
    <p:extLst>
      <p:ext uri="{BB962C8B-B14F-4D97-AF65-F5344CB8AC3E}">
        <p14:creationId xmlns:p14="http://schemas.microsoft.com/office/powerpoint/2010/main" val="3330926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B0A9A-FBCB-65D1-BCC4-B3965CCA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940E45-F7C1-7465-CC32-E6A2043F887A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7A4410-8289-BD3A-85A1-0562AE7D73FD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5BD2C-2BAC-EC96-956E-685933716B56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Conditional Aggregation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CD1757-C0D4-823B-46D6-7ED65AEC7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390" y="766732"/>
            <a:ext cx="9962148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5. AVERAGEIF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Averages values that meet one condition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Syntax: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=AVERAGEIF(range, criteria, average_range)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 Profit where Sales &gt;1000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=AVERAGEIF(E2:E16,"&gt;1000",F2:F16)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 Marks for students who passed (Marks ≥50)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=AVERAGEIF(H2:H16,"&gt;=50",H2:H16)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Exercise: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 Sales for Product = Headphones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 Profit for Region = East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390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7E331-1366-D0F1-DD8B-698516C53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F7BE9E-19E0-C09D-DF29-01E18F878ABF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74DD52-58C7-3BCB-0925-AD42F0798576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0A424-31B7-141C-B0DB-6A8B4CF7B6B6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Conditional Aggregation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331556-D9FF-4F14-CEAB-01AA7886B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74" y="777959"/>
            <a:ext cx="996214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6. AVERAGEIFS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Averages values that meet multiple conditions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Syntax: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=AVERAGEIFS(average_range, criteria_range1, criteria1, [criteria_range2, criteria2], …)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 Profit where Region = East AND Product = Books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=AVERAGEIFS(F2:F16,C2:C16,"East",D2:D16,"Books")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 Sales where Product = Headphones AND Target Met = Yes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=AVERAGEIFS(E2:E16,D2:D16,"Headphones",G2:G16,"Yes")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Exercise: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 Sales for Region = South AND Product = Laptop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 Profit for Product = Smartphone AND Target Met = Yes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872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C73A3-CBD8-336D-2B13-C635576FD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150B45-2E24-6AB1-6827-F967B303826F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E7838B-83A2-5A53-2641-ED357F27F7EB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00005-294D-0C76-DD9D-BC1176736C8B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Conditional Aggregation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08CD82-CD55-FB30-7F1C-CB6749022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452" y="693732"/>
            <a:ext cx="996214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6. AVERAGEIFS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Averages values that meet multiple conditions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Syntax: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=AVERAGEIFS(average_range, criteria_range1, criteria1, [criteria_range2, criteria2], …)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 Profit where Region = East AND Product = Books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=AVERAGEIFS(F2:F16,C2:C16,"East",D2:D16,"Books")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 Sales where Product = Headphones AND Target Met = Yes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=AVERAGEIFS(E2:E16,D2:D16,"Headphones",G2:G16,"Yes")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Exercise: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 Sales for Region = South AND Product = Laptop</a:t>
            </a:r>
          </a:p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Average Profit for Product = Smartphone AND Target Met = Yes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836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9142E-C39E-3BFF-7C53-8E896119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BB47E8-50F6-BA5F-7252-44841CAC35DC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CD73C8-25A4-2A92-D35A-A3C9FF9BF937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4D7D8-91E2-D732-49D1-0E20A7EF557B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Hands-On Combined Challenge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6A89B2-3D79-6903-D44B-2545FEF94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805" y="592839"/>
            <a:ext cx="9962148" cy="336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Use the dataset to: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Flag top performers with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IF + AND/OR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Categorize Marks into tiers with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IFS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Calculate totals with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SUMIF, SUMIFS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Count rows with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COUNTIF, COUNTIFS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Calculate averages with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AVERAGEIF, AVERAGEIFS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271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E18CA-8A4E-BBCF-C20D-FEED61936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5C15CC-EE94-F77F-1EF3-D84FD49AE5F0}"/>
              </a:ext>
            </a:extLst>
          </p:cNvPr>
          <p:cNvSpPr/>
          <p:nvPr/>
        </p:nvSpPr>
        <p:spPr>
          <a:xfrm>
            <a:off x="0" y="2489982"/>
            <a:ext cx="60491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259D80-90BF-DF75-D067-03E264C07B7A}"/>
              </a:ext>
            </a:extLst>
          </p:cNvPr>
          <p:cNvSpPr/>
          <p:nvPr/>
        </p:nvSpPr>
        <p:spPr>
          <a:xfrm>
            <a:off x="11662848" y="2489981"/>
            <a:ext cx="529151" cy="2039815"/>
          </a:xfrm>
          <a:prstGeom prst="rect">
            <a:avLst/>
          </a:prstGeom>
          <a:solidFill>
            <a:srgbClr val="0566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07BF0A-3CA1-B3A9-D2D1-E22B01D12874}"/>
              </a:ext>
            </a:extLst>
          </p:cNvPr>
          <p:cNvSpPr txBox="1"/>
          <p:nvPr/>
        </p:nvSpPr>
        <p:spPr>
          <a:xfrm>
            <a:off x="1481959" y="94593"/>
            <a:ext cx="9226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EDE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0E6037-3C76-F023-7B87-89615A9AF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121" y="1232085"/>
            <a:ext cx="9962148" cy="4555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Logical functions = </a:t>
            </a: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decisions &amp; flags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Conditional aggregation = </a:t>
            </a: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summarize &amp; analyze data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Always start by thinking in </a:t>
            </a: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plain English</a:t>
            </a: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what you want the formula to do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Combine logical + aggregation functions for </a:t>
            </a: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real-world analysis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34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5125</TotalTime>
  <Words>1488</Words>
  <Application>Microsoft Office PowerPoint</Application>
  <PresentationFormat>Widescreen</PresentationFormat>
  <Paragraphs>212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Poppins</vt:lpstr>
      <vt:lpstr>Suez One</vt:lpstr>
      <vt:lpstr>Office Theme</vt:lpstr>
      <vt:lpstr>Excel For Data Analysis  Logical + Conditional Aggregation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HomePC</dc:creator>
  <cp:lastModifiedBy>Samuel Mati</cp:lastModifiedBy>
  <cp:revision>286</cp:revision>
  <dcterms:created xsi:type="dcterms:W3CDTF">2024-10-15T06:02:04Z</dcterms:created>
  <dcterms:modified xsi:type="dcterms:W3CDTF">2025-10-21T06:45:46Z</dcterms:modified>
</cp:coreProperties>
</file>